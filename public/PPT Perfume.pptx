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Helios" charset="1" panose="020B0504020202020204"/>
      <p:regular r:id="rId18"/>
    </p:embeddedFont>
    <p:embeddedFont>
      <p:font typeface="TT Hoves Bold" charset="1" panose="02000003020000060003"/>
      <p:regular r:id="rId19"/>
    </p:embeddedFont>
    <p:embeddedFont>
      <p:font typeface="Helios Bold" charset="1" panose="020B07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12" Target="../media/image30.pn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jpeg" Type="http://schemas.openxmlformats.org/officeDocument/2006/relationships/image"/><Relationship Id="rId3" Target="../media/image49.jpeg" Type="http://schemas.openxmlformats.org/officeDocument/2006/relationships/image"/><Relationship Id="rId4" Target="../media/image50.png" Type="http://schemas.openxmlformats.org/officeDocument/2006/relationships/image"/><Relationship Id="rId5" Target="../media/image51.jpeg" Type="http://schemas.openxmlformats.org/officeDocument/2006/relationships/image"/><Relationship Id="rId6" Target="../media/image52.jpe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8.pn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08610" y="-412494"/>
            <a:ext cx="18562305" cy="10295384"/>
          </a:xfrm>
          <a:custGeom>
            <a:avLst/>
            <a:gdLst/>
            <a:ahLst/>
            <a:cxnLst/>
            <a:rect r="r" b="b" t="t" l="l"/>
            <a:pathLst>
              <a:path h="10295384" w="18562305">
                <a:moveTo>
                  <a:pt x="0" y="0"/>
                </a:moveTo>
                <a:lnTo>
                  <a:pt x="18562305" y="0"/>
                </a:lnTo>
                <a:lnTo>
                  <a:pt x="18562305" y="10295384"/>
                </a:lnTo>
                <a:lnTo>
                  <a:pt x="0" y="10295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2051466"/>
            <a:ext cx="12503082" cy="10287000"/>
            <a:chOff x="0" y="0"/>
            <a:chExt cx="16670776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67078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670782">
                  <a:moveTo>
                    <a:pt x="9255506" y="6858000"/>
                  </a:moveTo>
                  <a:lnTo>
                    <a:pt x="16670782" y="13716000"/>
                  </a:lnTo>
                  <a:lnTo>
                    <a:pt x="7415276" y="13716000"/>
                  </a:lnTo>
                  <a:lnTo>
                    <a:pt x="0" y="6858000"/>
                  </a:lnTo>
                  <a:lnTo>
                    <a:pt x="7415276" y="0"/>
                  </a:lnTo>
                  <a:lnTo>
                    <a:pt x="16670782" y="0"/>
                  </a:lnTo>
                  <a:lnTo>
                    <a:pt x="9255506" y="6858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0" y="2051466"/>
            <a:ext cx="12503082" cy="10287000"/>
            <a:chOff x="0" y="0"/>
            <a:chExt cx="16670776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67078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670782">
                  <a:moveTo>
                    <a:pt x="9255506" y="6858000"/>
                  </a:moveTo>
                  <a:lnTo>
                    <a:pt x="16670782" y="13716000"/>
                  </a:lnTo>
                  <a:lnTo>
                    <a:pt x="7415276" y="13716000"/>
                  </a:lnTo>
                  <a:lnTo>
                    <a:pt x="0" y="6858000"/>
                  </a:lnTo>
                  <a:lnTo>
                    <a:pt x="7415276" y="0"/>
                  </a:lnTo>
                  <a:lnTo>
                    <a:pt x="16670782" y="0"/>
                  </a:lnTo>
                  <a:lnTo>
                    <a:pt x="9255506" y="6858000"/>
                  </a:lnTo>
                  <a:close/>
                </a:path>
              </a:pathLst>
            </a:custGeom>
            <a:blipFill>
              <a:blip r:embed="rId4"/>
              <a:stretch>
                <a:fillRect l="-18677" t="0" r="-18677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9006848" y="6096232"/>
            <a:ext cx="7555842" cy="4190768"/>
          </a:xfrm>
          <a:custGeom>
            <a:avLst/>
            <a:gdLst/>
            <a:ahLst/>
            <a:cxnLst/>
            <a:rect r="r" b="b" t="t" l="l"/>
            <a:pathLst>
              <a:path h="4190768" w="7555842">
                <a:moveTo>
                  <a:pt x="0" y="0"/>
                </a:moveTo>
                <a:lnTo>
                  <a:pt x="7555842" y="0"/>
                </a:lnTo>
                <a:lnTo>
                  <a:pt x="7555842" y="4190768"/>
                </a:lnTo>
                <a:lnTo>
                  <a:pt x="0" y="41907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005334"/>
            <a:ext cx="340438" cy="400944"/>
            <a:chOff x="0" y="0"/>
            <a:chExt cx="453917" cy="5345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3898" cy="534543"/>
            </a:xfrm>
            <a:custGeom>
              <a:avLst/>
              <a:gdLst/>
              <a:ahLst/>
              <a:cxnLst/>
              <a:rect r="r" b="b" t="t" l="l"/>
              <a:pathLst>
                <a:path h="534543" w="453898">
                  <a:moveTo>
                    <a:pt x="0" y="0"/>
                  </a:moveTo>
                  <a:lnTo>
                    <a:pt x="453898" y="0"/>
                  </a:lnTo>
                  <a:lnTo>
                    <a:pt x="453898" y="534543"/>
                  </a:lnTo>
                  <a:lnTo>
                    <a:pt x="0" y="534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709" r="-4" b="-71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31288" y="955299"/>
            <a:ext cx="3862832" cy="45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1"/>
              </a:lnSpc>
            </a:pPr>
            <a:r>
              <a:rPr lang="en-US" sz="2401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N.B.P COMPANY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29750" y="858143"/>
            <a:ext cx="5577175" cy="571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8"/>
              </a:lnSpc>
            </a:pPr>
            <a:r>
              <a:rPr lang="en-US" sz="2999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01.14.2024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768658"/>
            <a:ext cx="7282512" cy="60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Natural Biological Perfume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911441"/>
            <a:ext cx="7282512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99"/>
              </a:lnSpc>
            </a:pPr>
            <a:r>
              <a:rPr lang="en-US" sz="114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Let’s see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77921" y="2376440"/>
            <a:ext cx="7555842" cy="4190768"/>
          </a:xfrm>
          <a:custGeom>
            <a:avLst/>
            <a:gdLst/>
            <a:ahLst/>
            <a:cxnLst/>
            <a:rect r="r" b="b" t="t" l="l"/>
            <a:pathLst>
              <a:path h="4190768" w="7555842">
                <a:moveTo>
                  <a:pt x="0" y="0"/>
                </a:moveTo>
                <a:lnTo>
                  <a:pt x="7555842" y="0"/>
                </a:lnTo>
                <a:lnTo>
                  <a:pt x="7555842" y="4190768"/>
                </a:lnTo>
                <a:lnTo>
                  <a:pt x="0" y="41907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109936" y="0"/>
            <a:ext cx="13253936" cy="4056331"/>
          </a:xfrm>
          <a:custGeom>
            <a:avLst/>
            <a:gdLst/>
            <a:ahLst/>
            <a:cxnLst/>
            <a:rect r="r" b="b" t="t" l="l"/>
            <a:pathLst>
              <a:path h="4056331" w="13253936">
                <a:moveTo>
                  <a:pt x="0" y="0"/>
                </a:moveTo>
                <a:lnTo>
                  <a:pt x="13253936" y="0"/>
                </a:lnTo>
                <a:lnTo>
                  <a:pt x="13253936" y="4056331"/>
                </a:lnTo>
                <a:lnTo>
                  <a:pt x="0" y="40563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958279" y="4624383"/>
          <a:ext cx="7467600" cy="1803400"/>
        </p:xfrm>
        <a:graphic>
          <a:graphicData uri="http://schemas.openxmlformats.org/drawingml/2006/table">
            <a:tbl>
              <a:tblPr/>
              <a:tblGrid>
                <a:gridCol w="1944245"/>
                <a:gridCol w="5523355"/>
              </a:tblGrid>
              <a:tr h="8970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A20E2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About the company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63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A20E2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Company Products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779712" y="4654184"/>
          <a:ext cx="7467600" cy="1828800"/>
        </p:xfrm>
        <a:graphic>
          <a:graphicData uri="http://schemas.openxmlformats.org/drawingml/2006/table">
            <a:tbl>
              <a:tblPr/>
              <a:tblGrid>
                <a:gridCol w="1944245"/>
                <a:gridCol w="5523355"/>
              </a:tblGrid>
              <a:tr h="9019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A20E2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Products made by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68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A20E2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Future Plan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11777553" y="0"/>
            <a:ext cx="6510447" cy="2824632"/>
            <a:chOff x="0" y="0"/>
            <a:chExt cx="8680596" cy="37661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80577" cy="3766185"/>
            </a:xfrm>
            <a:custGeom>
              <a:avLst/>
              <a:gdLst/>
              <a:ahLst/>
              <a:cxnLst/>
              <a:rect r="r" b="b" t="t" l="l"/>
              <a:pathLst>
                <a:path h="3766185" w="8680577">
                  <a:moveTo>
                    <a:pt x="0" y="0"/>
                  </a:moveTo>
                  <a:lnTo>
                    <a:pt x="8680577" y="0"/>
                  </a:lnTo>
                  <a:lnTo>
                    <a:pt x="8680577" y="3766185"/>
                  </a:lnTo>
                  <a:lnTo>
                    <a:pt x="0" y="3766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4752" r="0" b="-1475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995362"/>
            <a:ext cx="4669373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sz="84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Agenda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58697" y="4929861"/>
            <a:ext cx="310858" cy="551923"/>
          </a:xfrm>
          <a:custGeom>
            <a:avLst/>
            <a:gdLst/>
            <a:ahLst/>
            <a:cxnLst/>
            <a:rect r="r" b="b" t="t" l="l"/>
            <a:pathLst>
              <a:path h="551923" w="310858">
                <a:moveTo>
                  <a:pt x="0" y="0"/>
                </a:moveTo>
                <a:lnTo>
                  <a:pt x="310858" y="0"/>
                </a:lnTo>
                <a:lnTo>
                  <a:pt x="310858" y="551923"/>
                </a:lnTo>
                <a:lnTo>
                  <a:pt x="0" y="551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0" y="4215540"/>
            <a:ext cx="6577715" cy="184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The company was founded in 2012 and still produces popular perfumes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6370207"/>
            <a:ext cx="6577715" cy="244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In 2021,our company has become the most famous perfume company in the world and earned the trust of its customers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258697" y="7384565"/>
            <a:ext cx="310858" cy="551923"/>
          </a:xfrm>
          <a:custGeom>
            <a:avLst/>
            <a:gdLst/>
            <a:ahLst/>
            <a:cxnLst/>
            <a:rect r="r" b="b" t="t" l="l"/>
            <a:pathLst>
              <a:path h="551923" w="310858">
                <a:moveTo>
                  <a:pt x="0" y="0"/>
                </a:moveTo>
                <a:lnTo>
                  <a:pt x="310858" y="0"/>
                </a:lnTo>
                <a:lnTo>
                  <a:pt x="310858" y="551924"/>
                </a:lnTo>
                <a:lnTo>
                  <a:pt x="0" y="551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14230" y="9049051"/>
            <a:ext cx="5765006" cy="1237949"/>
          </a:xfrm>
          <a:custGeom>
            <a:avLst/>
            <a:gdLst/>
            <a:ahLst/>
            <a:cxnLst/>
            <a:rect r="r" b="b" t="t" l="l"/>
            <a:pathLst>
              <a:path h="1237949" w="5765006">
                <a:moveTo>
                  <a:pt x="0" y="0"/>
                </a:moveTo>
                <a:lnTo>
                  <a:pt x="5765006" y="0"/>
                </a:lnTo>
                <a:lnTo>
                  <a:pt x="5765006" y="1237949"/>
                </a:lnTo>
                <a:lnTo>
                  <a:pt x="0" y="12379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271392" y="9586436"/>
            <a:ext cx="2023715" cy="322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0"/>
              </a:lnSpc>
            </a:pPr>
            <a:r>
              <a:rPr lang="en-US" sz="1800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Back to Agenda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0"/>
            <a:ext cx="4763193" cy="10287000"/>
            <a:chOff x="0" y="0"/>
            <a:chExt cx="6350924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889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350889">
                  <a:moveTo>
                    <a:pt x="0" y="0"/>
                  </a:moveTo>
                  <a:lnTo>
                    <a:pt x="6350889" y="0"/>
                  </a:lnTo>
                  <a:lnTo>
                    <a:pt x="6350889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8525" t="0" r="-88526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258697" y="1249940"/>
            <a:ext cx="7285740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>
                <a:solidFill>
                  <a:srgbClr val="A20E20"/>
                </a:solidFill>
                <a:latin typeface="TT Hoves Bold"/>
                <a:ea typeface="TT Hoves Bold"/>
                <a:cs typeface="TT Hoves Bold"/>
                <a:sym typeface="TT Hoves Bold"/>
              </a:rPr>
              <a:t>About the Company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87623" y="9049051"/>
            <a:ext cx="5765006" cy="1237949"/>
          </a:xfrm>
          <a:custGeom>
            <a:avLst/>
            <a:gdLst/>
            <a:ahLst/>
            <a:cxnLst/>
            <a:rect r="r" b="b" t="t" l="l"/>
            <a:pathLst>
              <a:path h="1237949" w="5765006">
                <a:moveTo>
                  <a:pt x="0" y="0"/>
                </a:moveTo>
                <a:lnTo>
                  <a:pt x="5765006" y="0"/>
                </a:lnTo>
                <a:lnTo>
                  <a:pt x="5765006" y="1237949"/>
                </a:lnTo>
                <a:lnTo>
                  <a:pt x="0" y="12379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87253" y="9586436"/>
            <a:ext cx="2023715" cy="322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Back to Agenda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539587" y="15541"/>
            <a:ext cx="15080946" cy="10271459"/>
            <a:chOff x="0" y="0"/>
            <a:chExt cx="20107928" cy="136952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07911" cy="13695299"/>
            </a:xfrm>
            <a:custGeom>
              <a:avLst/>
              <a:gdLst/>
              <a:ahLst/>
              <a:cxnLst/>
              <a:rect r="r" b="b" t="t" l="l"/>
              <a:pathLst>
                <a:path h="13695299" w="20107911">
                  <a:moveTo>
                    <a:pt x="12201017" y="13695299"/>
                  </a:moveTo>
                  <a:lnTo>
                    <a:pt x="0" y="13695299"/>
                  </a:lnTo>
                  <a:lnTo>
                    <a:pt x="7907020" y="0"/>
                  </a:lnTo>
                  <a:lnTo>
                    <a:pt x="20107911" y="0"/>
                  </a:lnTo>
                  <a:lnTo>
                    <a:pt x="12201017" y="13695299"/>
                  </a:lnTo>
                  <a:close/>
                </a:path>
              </a:pathLst>
            </a:custGeom>
            <a:solidFill>
              <a:srgbClr val="E8223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539587" y="15541"/>
            <a:ext cx="15080946" cy="10271459"/>
            <a:chOff x="0" y="0"/>
            <a:chExt cx="20107928" cy="136952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07911" cy="13695299"/>
            </a:xfrm>
            <a:custGeom>
              <a:avLst/>
              <a:gdLst/>
              <a:ahLst/>
              <a:cxnLst/>
              <a:rect r="r" b="b" t="t" l="l"/>
              <a:pathLst>
                <a:path h="13695299" w="20107911">
                  <a:moveTo>
                    <a:pt x="12201017" y="13695299"/>
                  </a:moveTo>
                  <a:lnTo>
                    <a:pt x="0" y="13695299"/>
                  </a:lnTo>
                  <a:lnTo>
                    <a:pt x="7907020" y="0"/>
                  </a:lnTo>
                  <a:lnTo>
                    <a:pt x="20107911" y="0"/>
                  </a:lnTo>
                  <a:lnTo>
                    <a:pt x="12201017" y="13695299"/>
                  </a:lnTo>
                  <a:close/>
                </a:path>
              </a:pathLst>
            </a:custGeom>
            <a:blipFill>
              <a:blip r:embed="rId4"/>
              <a:stretch>
                <a:fillRect l="-10811" t="0" r="-1081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10617" y="4691340"/>
            <a:ext cx="4614490" cy="1109541"/>
            <a:chOff x="0" y="0"/>
            <a:chExt cx="6152654" cy="14793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6104382" cy="1431163"/>
            </a:xfrm>
            <a:custGeom>
              <a:avLst/>
              <a:gdLst/>
              <a:ahLst/>
              <a:cxnLst/>
              <a:rect r="r" b="b" t="t" l="l"/>
              <a:pathLst>
                <a:path h="1431163" w="6104382">
                  <a:moveTo>
                    <a:pt x="0" y="0"/>
                  </a:moveTo>
                  <a:lnTo>
                    <a:pt x="6104382" y="0"/>
                  </a:lnTo>
                  <a:lnTo>
                    <a:pt x="6104382" y="1431163"/>
                  </a:lnTo>
                  <a:lnTo>
                    <a:pt x="0" y="1431163"/>
                  </a:ln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17082" cy="1443863"/>
            </a:xfrm>
            <a:custGeom>
              <a:avLst/>
              <a:gdLst/>
              <a:ahLst/>
              <a:cxnLst/>
              <a:rect r="r" b="b" t="t" l="l"/>
              <a:pathLst>
                <a:path h="1443863" w="6117082">
                  <a:moveTo>
                    <a:pt x="6350" y="0"/>
                  </a:moveTo>
                  <a:lnTo>
                    <a:pt x="6110732" y="0"/>
                  </a:lnTo>
                  <a:cubicBezTo>
                    <a:pt x="6114288" y="0"/>
                    <a:pt x="6117082" y="2794"/>
                    <a:pt x="6117082" y="6350"/>
                  </a:cubicBezTo>
                  <a:lnTo>
                    <a:pt x="6117082" y="1437513"/>
                  </a:lnTo>
                  <a:cubicBezTo>
                    <a:pt x="6117082" y="1441069"/>
                    <a:pt x="6114288" y="1443863"/>
                    <a:pt x="6110732" y="1443863"/>
                  </a:cubicBezTo>
                  <a:lnTo>
                    <a:pt x="6350" y="1443863"/>
                  </a:lnTo>
                  <a:cubicBezTo>
                    <a:pt x="2794" y="1443863"/>
                    <a:pt x="0" y="1441069"/>
                    <a:pt x="0" y="1437513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437513"/>
                  </a:lnTo>
                  <a:lnTo>
                    <a:pt x="6350" y="1437513"/>
                  </a:lnTo>
                  <a:lnTo>
                    <a:pt x="6350" y="1431163"/>
                  </a:lnTo>
                  <a:lnTo>
                    <a:pt x="6110732" y="1431163"/>
                  </a:lnTo>
                  <a:lnTo>
                    <a:pt x="6110732" y="1437513"/>
                  </a:lnTo>
                  <a:lnTo>
                    <a:pt x="6104382" y="1437513"/>
                  </a:lnTo>
                  <a:lnTo>
                    <a:pt x="6104382" y="6350"/>
                  </a:lnTo>
                  <a:lnTo>
                    <a:pt x="6110732" y="6350"/>
                  </a:lnTo>
                  <a:lnTo>
                    <a:pt x="6110732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2A2E3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79500" y="4449916"/>
            <a:ext cx="4476725" cy="1282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</a:pPr>
            <a:r>
              <a:rPr lang="en-US" sz="2999">
                <a:solidFill>
                  <a:srgbClr val="A20E20"/>
                </a:solidFill>
                <a:latin typeface="Helios Bold"/>
                <a:ea typeface="Helios Bold"/>
                <a:cs typeface="Helios Bold"/>
                <a:sym typeface="Helios Bold"/>
              </a:rPr>
              <a:t>Mission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781143" y="4691340"/>
            <a:ext cx="4614490" cy="1109541"/>
            <a:chOff x="0" y="0"/>
            <a:chExt cx="6152654" cy="14793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6104382" cy="1431163"/>
            </a:xfrm>
            <a:custGeom>
              <a:avLst/>
              <a:gdLst/>
              <a:ahLst/>
              <a:cxnLst/>
              <a:rect r="r" b="b" t="t" l="l"/>
              <a:pathLst>
                <a:path h="1431163" w="6104382">
                  <a:moveTo>
                    <a:pt x="0" y="0"/>
                  </a:moveTo>
                  <a:lnTo>
                    <a:pt x="6104382" y="0"/>
                  </a:lnTo>
                  <a:lnTo>
                    <a:pt x="6104382" y="1431163"/>
                  </a:lnTo>
                  <a:lnTo>
                    <a:pt x="0" y="1431163"/>
                  </a:ln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17082" cy="1443863"/>
            </a:xfrm>
            <a:custGeom>
              <a:avLst/>
              <a:gdLst/>
              <a:ahLst/>
              <a:cxnLst/>
              <a:rect r="r" b="b" t="t" l="l"/>
              <a:pathLst>
                <a:path h="1443863" w="6117082">
                  <a:moveTo>
                    <a:pt x="6350" y="0"/>
                  </a:moveTo>
                  <a:lnTo>
                    <a:pt x="6110732" y="0"/>
                  </a:lnTo>
                  <a:cubicBezTo>
                    <a:pt x="6114288" y="0"/>
                    <a:pt x="6117082" y="2794"/>
                    <a:pt x="6117082" y="6350"/>
                  </a:cubicBezTo>
                  <a:lnTo>
                    <a:pt x="6117082" y="1437513"/>
                  </a:lnTo>
                  <a:cubicBezTo>
                    <a:pt x="6117082" y="1441069"/>
                    <a:pt x="6114288" y="1443863"/>
                    <a:pt x="6110732" y="1443863"/>
                  </a:cubicBezTo>
                  <a:lnTo>
                    <a:pt x="6350" y="1443863"/>
                  </a:lnTo>
                  <a:cubicBezTo>
                    <a:pt x="2794" y="1443863"/>
                    <a:pt x="0" y="1441069"/>
                    <a:pt x="0" y="1437513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437513"/>
                  </a:lnTo>
                  <a:lnTo>
                    <a:pt x="6350" y="1437513"/>
                  </a:lnTo>
                  <a:lnTo>
                    <a:pt x="6350" y="1431163"/>
                  </a:lnTo>
                  <a:lnTo>
                    <a:pt x="6110732" y="1431163"/>
                  </a:lnTo>
                  <a:lnTo>
                    <a:pt x="6110732" y="1437513"/>
                  </a:lnTo>
                  <a:lnTo>
                    <a:pt x="6104382" y="1437513"/>
                  </a:lnTo>
                  <a:lnTo>
                    <a:pt x="6104382" y="6350"/>
                  </a:lnTo>
                  <a:lnTo>
                    <a:pt x="6110732" y="6350"/>
                  </a:lnTo>
                  <a:lnTo>
                    <a:pt x="6110732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2A2E3A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850026" y="4449916"/>
            <a:ext cx="4476725" cy="1282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</a:pPr>
            <a:r>
              <a:rPr lang="en-US" sz="2999">
                <a:solidFill>
                  <a:srgbClr val="A20E20"/>
                </a:solidFill>
                <a:latin typeface="Helios Bold"/>
                <a:ea typeface="Helios Bold"/>
                <a:cs typeface="Helios Bold"/>
                <a:sym typeface="Helios Bold"/>
              </a:rPr>
              <a:t>Vision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447117" y="-331087"/>
            <a:ext cx="7681766" cy="4260610"/>
          </a:xfrm>
          <a:custGeom>
            <a:avLst/>
            <a:gdLst/>
            <a:ahLst/>
            <a:cxnLst/>
            <a:rect r="r" b="b" t="t" l="l"/>
            <a:pathLst>
              <a:path h="4260610" w="7681766">
                <a:moveTo>
                  <a:pt x="0" y="0"/>
                </a:moveTo>
                <a:lnTo>
                  <a:pt x="7681766" y="0"/>
                </a:lnTo>
                <a:lnTo>
                  <a:pt x="7681766" y="4260610"/>
                </a:lnTo>
                <a:lnTo>
                  <a:pt x="0" y="42606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1439135"/>
            <a:ext cx="12627597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>
                <a:solidFill>
                  <a:srgbClr val="A20E20"/>
                </a:solidFill>
                <a:latin typeface="TT Hoves Bold"/>
                <a:ea typeface="TT Hoves Bold"/>
                <a:cs typeface="TT Hoves Bold"/>
                <a:sym typeface="TT Hoves Bold"/>
              </a:rPr>
              <a:t>Our Mission and Vision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6241725"/>
            <a:ext cx="4578325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to hold our place in the future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99226" y="6241725"/>
            <a:ext cx="4578325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so many pefumes smell so good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4259" y="-2727870"/>
            <a:ext cx="21853498" cy="6278409"/>
          </a:xfrm>
          <a:custGeom>
            <a:avLst/>
            <a:gdLst/>
            <a:ahLst/>
            <a:cxnLst/>
            <a:rect r="r" b="b" t="t" l="l"/>
            <a:pathLst>
              <a:path h="6278409" w="21853498">
                <a:moveTo>
                  <a:pt x="0" y="0"/>
                </a:moveTo>
                <a:lnTo>
                  <a:pt x="21853498" y="0"/>
                </a:lnTo>
                <a:lnTo>
                  <a:pt x="21853498" y="6278409"/>
                </a:lnTo>
                <a:lnTo>
                  <a:pt x="0" y="6278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58005" y="-88241"/>
            <a:ext cx="15118279" cy="3659024"/>
          </a:xfrm>
          <a:custGeom>
            <a:avLst/>
            <a:gdLst/>
            <a:ahLst/>
            <a:cxnLst/>
            <a:rect r="r" b="b" t="t" l="l"/>
            <a:pathLst>
              <a:path h="3659024" w="15118279">
                <a:moveTo>
                  <a:pt x="0" y="0"/>
                </a:moveTo>
                <a:lnTo>
                  <a:pt x="15118279" y="0"/>
                </a:lnTo>
                <a:lnTo>
                  <a:pt x="15118279" y="3659024"/>
                </a:lnTo>
                <a:lnTo>
                  <a:pt x="0" y="3659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0617" y="3552565"/>
            <a:ext cx="5106204" cy="5234397"/>
          </a:xfrm>
          <a:custGeom>
            <a:avLst/>
            <a:gdLst/>
            <a:ahLst/>
            <a:cxnLst/>
            <a:rect r="r" b="b" t="t" l="l"/>
            <a:pathLst>
              <a:path h="5234397" w="5106204">
                <a:moveTo>
                  <a:pt x="0" y="0"/>
                </a:moveTo>
                <a:lnTo>
                  <a:pt x="5106205" y="0"/>
                </a:lnTo>
                <a:lnTo>
                  <a:pt x="5106205" y="5234397"/>
                </a:lnTo>
                <a:lnTo>
                  <a:pt x="0" y="52343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57662" y="882901"/>
            <a:ext cx="6211801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Our Goals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0221" y="6504485"/>
            <a:ext cx="3806998" cy="53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Goal #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0221" y="7112590"/>
            <a:ext cx="3806998" cy="45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making the desing unique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590897" y="3552565"/>
            <a:ext cx="5106204" cy="5234397"/>
          </a:xfrm>
          <a:custGeom>
            <a:avLst/>
            <a:gdLst/>
            <a:ahLst/>
            <a:cxnLst/>
            <a:rect r="r" b="b" t="t" l="l"/>
            <a:pathLst>
              <a:path h="5234397" w="5106204">
                <a:moveTo>
                  <a:pt x="0" y="0"/>
                </a:moveTo>
                <a:lnTo>
                  <a:pt x="5106205" y="0"/>
                </a:lnTo>
                <a:lnTo>
                  <a:pt x="5106205" y="5234397"/>
                </a:lnTo>
                <a:lnTo>
                  <a:pt x="0" y="52343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240501" y="6504485"/>
            <a:ext cx="3806998" cy="53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Goal # 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40501" y="7112590"/>
            <a:ext cx="3806998" cy="870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to be the first among our competitors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171178" y="3552565"/>
            <a:ext cx="5106204" cy="5234397"/>
          </a:xfrm>
          <a:custGeom>
            <a:avLst/>
            <a:gdLst/>
            <a:ahLst/>
            <a:cxnLst/>
            <a:rect r="r" b="b" t="t" l="l"/>
            <a:pathLst>
              <a:path h="5234397" w="5106204">
                <a:moveTo>
                  <a:pt x="0" y="0"/>
                </a:moveTo>
                <a:lnTo>
                  <a:pt x="5106205" y="0"/>
                </a:lnTo>
                <a:lnTo>
                  <a:pt x="5106205" y="5234397"/>
                </a:lnTo>
                <a:lnTo>
                  <a:pt x="0" y="52343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820781" y="6504485"/>
            <a:ext cx="3806998" cy="53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Goal # 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20781" y="7112590"/>
            <a:ext cx="3806998" cy="45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boost advertising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963877" y="4719229"/>
            <a:ext cx="1199685" cy="1199685"/>
          </a:xfrm>
          <a:custGeom>
            <a:avLst/>
            <a:gdLst/>
            <a:ahLst/>
            <a:cxnLst/>
            <a:rect r="r" b="b" t="t" l="l"/>
            <a:pathLst>
              <a:path h="1199685" w="1199685">
                <a:moveTo>
                  <a:pt x="0" y="0"/>
                </a:moveTo>
                <a:lnTo>
                  <a:pt x="1199685" y="0"/>
                </a:lnTo>
                <a:lnTo>
                  <a:pt x="1199685" y="1199685"/>
                </a:lnTo>
                <a:lnTo>
                  <a:pt x="0" y="11996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323162" y="5017002"/>
            <a:ext cx="481114" cy="604139"/>
            <a:chOff x="0" y="0"/>
            <a:chExt cx="641486" cy="8055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1477" cy="805561"/>
            </a:xfrm>
            <a:custGeom>
              <a:avLst/>
              <a:gdLst/>
              <a:ahLst/>
              <a:cxnLst/>
              <a:rect r="r" b="b" t="t" l="l"/>
              <a:pathLst>
                <a:path h="805561" w="641477">
                  <a:moveTo>
                    <a:pt x="0" y="0"/>
                  </a:moveTo>
                  <a:lnTo>
                    <a:pt x="641477" y="0"/>
                  </a:lnTo>
                  <a:lnTo>
                    <a:pt x="641477" y="805561"/>
                  </a:lnTo>
                  <a:lnTo>
                    <a:pt x="0" y="805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32" t="0" r="-33" b="5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8544157" y="4719229"/>
            <a:ext cx="1199685" cy="1199685"/>
          </a:xfrm>
          <a:custGeom>
            <a:avLst/>
            <a:gdLst/>
            <a:ahLst/>
            <a:cxnLst/>
            <a:rect r="r" b="b" t="t" l="l"/>
            <a:pathLst>
              <a:path h="1199685" w="1199685">
                <a:moveTo>
                  <a:pt x="0" y="0"/>
                </a:moveTo>
                <a:lnTo>
                  <a:pt x="1199685" y="0"/>
                </a:lnTo>
                <a:lnTo>
                  <a:pt x="1199685" y="1199685"/>
                </a:lnTo>
                <a:lnTo>
                  <a:pt x="0" y="11996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8850254" y="5064848"/>
            <a:ext cx="587491" cy="508447"/>
            <a:chOff x="0" y="0"/>
            <a:chExt cx="783321" cy="6779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3336" cy="677926"/>
            </a:xfrm>
            <a:custGeom>
              <a:avLst/>
              <a:gdLst/>
              <a:ahLst/>
              <a:cxnLst/>
              <a:rect r="r" b="b" t="t" l="l"/>
              <a:pathLst>
                <a:path h="677926" w="783336">
                  <a:moveTo>
                    <a:pt x="0" y="0"/>
                  </a:moveTo>
                  <a:lnTo>
                    <a:pt x="783336" y="0"/>
                  </a:lnTo>
                  <a:lnTo>
                    <a:pt x="783336" y="677926"/>
                  </a:lnTo>
                  <a:lnTo>
                    <a:pt x="0" y="677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318" r="1" b="-318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4124438" y="4719229"/>
            <a:ext cx="1199685" cy="1199685"/>
          </a:xfrm>
          <a:custGeom>
            <a:avLst/>
            <a:gdLst/>
            <a:ahLst/>
            <a:cxnLst/>
            <a:rect r="r" b="b" t="t" l="l"/>
            <a:pathLst>
              <a:path h="1199685" w="1199685">
                <a:moveTo>
                  <a:pt x="0" y="0"/>
                </a:moveTo>
                <a:lnTo>
                  <a:pt x="1199685" y="0"/>
                </a:lnTo>
                <a:lnTo>
                  <a:pt x="1199685" y="1199685"/>
                </a:lnTo>
                <a:lnTo>
                  <a:pt x="0" y="11996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4399994" y="5079099"/>
            <a:ext cx="648573" cy="479944"/>
            <a:chOff x="0" y="0"/>
            <a:chExt cx="864764" cy="6399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64743" cy="639953"/>
            </a:xfrm>
            <a:custGeom>
              <a:avLst/>
              <a:gdLst/>
              <a:ahLst/>
              <a:cxnLst/>
              <a:rect r="r" b="b" t="t" l="l"/>
              <a:pathLst>
                <a:path h="639953" w="864743">
                  <a:moveTo>
                    <a:pt x="0" y="0"/>
                  </a:moveTo>
                  <a:lnTo>
                    <a:pt x="864743" y="0"/>
                  </a:lnTo>
                  <a:lnTo>
                    <a:pt x="864743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58" t="0" r="-61" b="4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3814230" y="9049051"/>
            <a:ext cx="5765006" cy="1237949"/>
          </a:xfrm>
          <a:custGeom>
            <a:avLst/>
            <a:gdLst/>
            <a:ahLst/>
            <a:cxnLst/>
            <a:rect r="r" b="b" t="t" l="l"/>
            <a:pathLst>
              <a:path h="1237949" w="5765006">
                <a:moveTo>
                  <a:pt x="0" y="0"/>
                </a:moveTo>
                <a:lnTo>
                  <a:pt x="5765006" y="0"/>
                </a:lnTo>
                <a:lnTo>
                  <a:pt x="5765006" y="1237949"/>
                </a:lnTo>
                <a:lnTo>
                  <a:pt x="0" y="123794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271392" y="9586436"/>
            <a:ext cx="2023715" cy="322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0"/>
              </a:lnSpc>
            </a:pPr>
            <a:r>
              <a:rPr lang="en-US" sz="1800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Back to Agenda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10015819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>
                <a:solidFill>
                  <a:srgbClr val="A20E20"/>
                </a:solidFill>
                <a:latin typeface="TT Hoves Bold"/>
                <a:ea typeface="TT Hoves Bold"/>
                <a:cs typeface="TT Hoves Bold"/>
                <a:sym typeface="TT Hoves Bold"/>
              </a:rPr>
              <a:t>Our Traction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10617" y="3466749"/>
            <a:ext cx="8823901" cy="5385878"/>
          </a:xfrm>
          <a:custGeom>
            <a:avLst/>
            <a:gdLst/>
            <a:ahLst/>
            <a:cxnLst/>
            <a:rect r="r" b="b" t="t" l="l"/>
            <a:pathLst>
              <a:path h="5385878" w="8823901">
                <a:moveTo>
                  <a:pt x="0" y="0"/>
                </a:moveTo>
                <a:lnTo>
                  <a:pt x="8823901" y="0"/>
                </a:lnTo>
                <a:lnTo>
                  <a:pt x="8823901" y="5385878"/>
                </a:lnTo>
                <a:lnTo>
                  <a:pt x="0" y="5385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0715" y="3592329"/>
            <a:ext cx="8930110" cy="5986391"/>
          </a:xfrm>
          <a:custGeom>
            <a:avLst/>
            <a:gdLst/>
            <a:ahLst/>
            <a:cxnLst/>
            <a:rect r="r" b="b" t="t" l="l"/>
            <a:pathLst>
              <a:path h="5986391" w="8930110">
                <a:moveTo>
                  <a:pt x="0" y="0"/>
                </a:moveTo>
                <a:lnTo>
                  <a:pt x="8930110" y="0"/>
                </a:lnTo>
                <a:lnTo>
                  <a:pt x="8930110" y="5986391"/>
                </a:lnTo>
                <a:lnTo>
                  <a:pt x="0" y="59863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3" t="0" r="-63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578292" y="4369206"/>
            <a:ext cx="6681008" cy="53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20 Billion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78292" y="3711243"/>
            <a:ext cx="6681008" cy="45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Monthly Revenue: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573529" y="5226167"/>
            <a:ext cx="6501765" cy="9525"/>
            <a:chOff x="0" y="0"/>
            <a:chExt cx="8669021" cy="12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8509" y="0"/>
              <a:ext cx="8656319" cy="16891"/>
            </a:xfrm>
            <a:custGeom>
              <a:avLst/>
              <a:gdLst/>
              <a:ahLst/>
              <a:cxnLst/>
              <a:rect r="r" b="b" t="t" l="l"/>
              <a:pathLst>
                <a:path h="16891" w="8656319">
                  <a:moveTo>
                    <a:pt x="0" y="0"/>
                  </a:moveTo>
                  <a:lnTo>
                    <a:pt x="8656319" y="0"/>
                  </a:lnTo>
                  <a:lnTo>
                    <a:pt x="8656319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2A2E3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573529" y="6983688"/>
            <a:ext cx="6501765" cy="9525"/>
            <a:chOff x="0" y="0"/>
            <a:chExt cx="8669021" cy="12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8509" y="0"/>
              <a:ext cx="8656319" cy="16891"/>
            </a:xfrm>
            <a:custGeom>
              <a:avLst/>
              <a:gdLst/>
              <a:ahLst/>
              <a:cxnLst/>
              <a:rect r="r" b="b" t="t" l="l"/>
              <a:pathLst>
                <a:path h="16891" w="8656319">
                  <a:moveTo>
                    <a:pt x="0" y="0"/>
                  </a:moveTo>
                  <a:lnTo>
                    <a:pt x="8656319" y="0"/>
                  </a:lnTo>
                  <a:lnTo>
                    <a:pt x="8656319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2A2E3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578292" y="6126728"/>
            <a:ext cx="6681008" cy="53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$300.000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78292" y="5468765"/>
            <a:ext cx="6681008" cy="45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Average Revenue/Customer: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78292" y="7884249"/>
            <a:ext cx="6681008" cy="53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60%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78292" y="7226287"/>
            <a:ext cx="6681008" cy="45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Monthly Revenue Growth: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1287623" y="9049051"/>
            <a:ext cx="5765006" cy="1237949"/>
          </a:xfrm>
          <a:custGeom>
            <a:avLst/>
            <a:gdLst/>
            <a:ahLst/>
            <a:cxnLst/>
            <a:rect r="r" b="b" t="t" l="l"/>
            <a:pathLst>
              <a:path h="1237949" w="5765006">
                <a:moveTo>
                  <a:pt x="0" y="0"/>
                </a:moveTo>
                <a:lnTo>
                  <a:pt x="5765006" y="0"/>
                </a:lnTo>
                <a:lnTo>
                  <a:pt x="5765006" y="1237949"/>
                </a:lnTo>
                <a:lnTo>
                  <a:pt x="0" y="12379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87253" y="9586436"/>
            <a:ext cx="2023715" cy="322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Back to Agenda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4447117" y="-741521"/>
            <a:ext cx="7681766" cy="4260610"/>
          </a:xfrm>
          <a:custGeom>
            <a:avLst/>
            <a:gdLst/>
            <a:ahLst/>
            <a:cxnLst/>
            <a:rect r="r" b="b" t="t" l="l"/>
            <a:pathLst>
              <a:path h="4260610" w="7681766">
                <a:moveTo>
                  <a:pt x="0" y="0"/>
                </a:moveTo>
                <a:lnTo>
                  <a:pt x="7681766" y="0"/>
                </a:lnTo>
                <a:lnTo>
                  <a:pt x="7681766" y="4260610"/>
                </a:lnTo>
                <a:lnTo>
                  <a:pt x="0" y="42606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23478" y="-1296863"/>
            <a:ext cx="18054087" cy="11610281"/>
          </a:xfrm>
          <a:custGeom>
            <a:avLst/>
            <a:gdLst/>
            <a:ahLst/>
            <a:cxnLst/>
            <a:rect r="r" b="b" t="t" l="l"/>
            <a:pathLst>
              <a:path h="11610281" w="18054087">
                <a:moveTo>
                  <a:pt x="0" y="0"/>
                </a:moveTo>
                <a:lnTo>
                  <a:pt x="18054087" y="0"/>
                </a:lnTo>
                <a:lnTo>
                  <a:pt x="18054087" y="11610281"/>
                </a:lnTo>
                <a:lnTo>
                  <a:pt x="0" y="11610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157561" y="0"/>
            <a:ext cx="14753038" cy="4056331"/>
          </a:xfrm>
          <a:custGeom>
            <a:avLst/>
            <a:gdLst/>
            <a:ahLst/>
            <a:cxnLst/>
            <a:rect r="r" b="b" t="t" l="l"/>
            <a:pathLst>
              <a:path h="4056331" w="14753038">
                <a:moveTo>
                  <a:pt x="0" y="0"/>
                </a:moveTo>
                <a:lnTo>
                  <a:pt x="14753038" y="0"/>
                </a:lnTo>
                <a:lnTo>
                  <a:pt x="14753038" y="4056331"/>
                </a:lnTo>
                <a:lnTo>
                  <a:pt x="0" y="40563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90565"/>
            <a:ext cx="6250719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Our Market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015570" y="1401620"/>
            <a:ext cx="6243730" cy="6214407"/>
          </a:xfrm>
          <a:custGeom>
            <a:avLst/>
            <a:gdLst/>
            <a:ahLst/>
            <a:cxnLst/>
            <a:rect r="r" b="b" t="t" l="l"/>
            <a:pathLst>
              <a:path h="6214407" w="6243730">
                <a:moveTo>
                  <a:pt x="0" y="0"/>
                </a:moveTo>
                <a:lnTo>
                  <a:pt x="6243730" y="0"/>
                </a:lnTo>
                <a:lnTo>
                  <a:pt x="6243730" y="6214407"/>
                </a:lnTo>
                <a:lnTo>
                  <a:pt x="0" y="62144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92913" y="2926983"/>
            <a:ext cx="4689044" cy="4689044"/>
          </a:xfrm>
          <a:custGeom>
            <a:avLst/>
            <a:gdLst/>
            <a:ahLst/>
            <a:cxnLst/>
            <a:rect r="r" b="b" t="t" l="l"/>
            <a:pathLst>
              <a:path h="4689044" w="4689044">
                <a:moveTo>
                  <a:pt x="0" y="0"/>
                </a:moveTo>
                <a:lnTo>
                  <a:pt x="4689044" y="0"/>
                </a:lnTo>
                <a:lnTo>
                  <a:pt x="4689044" y="4689044"/>
                </a:lnTo>
                <a:lnTo>
                  <a:pt x="0" y="46890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59042" y="4659241"/>
            <a:ext cx="2956785" cy="2956785"/>
          </a:xfrm>
          <a:custGeom>
            <a:avLst/>
            <a:gdLst/>
            <a:ahLst/>
            <a:cxnLst/>
            <a:rect r="r" b="b" t="t" l="l"/>
            <a:pathLst>
              <a:path h="2956785" w="2956785">
                <a:moveTo>
                  <a:pt x="0" y="0"/>
                </a:moveTo>
                <a:lnTo>
                  <a:pt x="2956785" y="0"/>
                </a:lnTo>
                <a:lnTo>
                  <a:pt x="2956785" y="2956785"/>
                </a:lnTo>
                <a:lnTo>
                  <a:pt x="0" y="29567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953473" y="1936812"/>
            <a:ext cx="2367923" cy="64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10 Billion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53473" y="5731218"/>
            <a:ext cx="2367923" cy="64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1 Billion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53473" y="3616503"/>
            <a:ext cx="2367923" cy="64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5 Billion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357644"/>
            <a:ext cx="6681008" cy="53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10 Billion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699681"/>
            <a:ext cx="6681008" cy="45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Total Available Market (TAM):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029758"/>
            <a:ext cx="6681008" cy="53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5 Billion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371795"/>
            <a:ext cx="6681008" cy="45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Serviceable Available Market (SAM):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701873"/>
            <a:ext cx="6681008" cy="53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1 Billion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043910"/>
            <a:ext cx="6681008" cy="45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Serviceable Obtainable Market (SOM):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3937" y="6169520"/>
            <a:ext cx="6501765" cy="9525"/>
            <a:chOff x="0" y="0"/>
            <a:chExt cx="8669021" cy="12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509" y="0"/>
              <a:ext cx="8656319" cy="16891"/>
            </a:xfrm>
            <a:custGeom>
              <a:avLst/>
              <a:gdLst/>
              <a:ahLst/>
              <a:cxnLst/>
              <a:rect r="r" b="b" t="t" l="l"/>
              <a:pathLst>
                <a:path h="16891" w="8656319">
                  <a:moveTo>
                    <a:pt x="0" y="0"/>
                  </a:moveTo>
                  <a:lnTo>
                    <a:pt x="8656319" y="0"/>
                  </a:lnTo>
                  <a:lnTo>
                    <a:pt x="8656319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2A2E3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23937" y="7841634"/>
            <a:ext cx="6501765" cy="9525"/>
            <a:chOff x="0" y="0"/>
            <a:chExt cx="8669021" cy="127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8509" y="0"/>
              <a:ext cx="8656319" cy="16891"/>
            </a:xfrm>
            <a:custGeom>
              <a:avLst/>
              <a:gdLst/>
              <a:ahLst/>
              <a:cxnLst/>
              <a:rect r="r" b="b" t="t" l="l"/>
              <a:pathLst>
                <a:path h="16891" w="8656319">
                  <a:moveTo>
                    <a:pt x="0" y="0"/>
                  </a:moveTo>
                  <a:lnTo>
                    <a:pt x="8656319" y="0"/>
                  </a:lnTo>
                  <a:lnTo>
                    <a:pt x="8656319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2A2E3A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3814230" y="9049051"/>
            <a:ext cx="5765006" cy="1237949"/>
          </a:xfrm>
          <a:custGeom>
            <a:avLst/>
            <a:gdLst/>
            <a:ahLst/>
            <a:cxnLst/>
            <a:rect r="r" b="b" t="t" l="l"/>
            <a:pathLst>
              <a:path h="1237949" w="5765006">
                <a:moveTo>
                  <a:pt x="0" y="0"/>
                </a:moveTo>
                <a:lnTo>
                  <a:pt x="5765006" y="0"/>
                </a:lnTo>
                <a:lnTo>
                  <a:pt x="5765006" y="1237949"/>
                </a:lnTo>
                <a:lnTo>
                  <a:pt x="0" y="12379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5271392" y="9586436"/>
            <a:ext cx="2023715" cy="322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0"/>
              </a:lnSpc>
            </a:pPr>
            <a:r>
              <a:rPr lang="en-US" sz="1800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Back to Agenda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94198" y="-1321890"/>
            <a:ext cx="21853498" cy="6278409"/>
          </a:xfrm>
          <a:custGeom>
            <a:avLst/>
            <a:gdLst/>
            <a:ahLst/>
            <a:cxnLst/>
            <a:rect r="r" b="b" t="t" l="l"/>
            <a:pathLst>
              <a:path h="6278409" w="21853498">
                <a:moveTo>
                  <a:pt x="0" y="0"/>
                </a:moveTo>
                <a:lnTo>
                  <a:pt x="21853498" y="0"/>
                </a:lnTo>
                <a:lnTo>
                  <a:pt x="21853498" y="6278409"/>
                </a:lnTo>
                <a:lnTo>
                  <a:pt x="0" y="6278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198823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Our Milestones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10617" y="5306569"/>
            <a:ext cx="3331601" cy="1109541"/>
            <a:chOff x="0" y="0"/>
            <a:chExt cx="4442135" cy="14793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" y="6350"/>
              <a:ext cx="4393946" cy="1431163"/>
            </a:xfrm>
            <a:custGeom>
              <a:avLst/>
              <a:gdLst/>
              <a:ahLst/>
              <a:cxnLst/>
              <a:rect r="r" b="b" t="t" l="l"/>
              <a:pathLst>
                <a:path h="1431163" w="4393946">
                  <a:moveTo>
                    <a:pt x="0" y="0"/>
                  </a:moveTo>
                  <a:lnTo>
                    <a:pt x="4393946" y="0"/>
                  </a:lnTo>
                  <a:lnTo>
                    <a:pt x="4393946" y="1431163"/>
                  </a:lnTo>
                  <a:lnTo>
                    <a:pt x="0" y="1431163"/>
                  </a:ln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06646" cy="1443863"/>
            </a:xfrm>
            <a:custGeom>
              <a:avLst/>
              <a:gdLst/>
              <a:ahLst/>
              <a:cxnLst/>
              <a:rect r="r" b="b" t="t" l="l"/>
              <a:pathLst>
                <a:path h="1443863" w="4406646">
                  <a:moveTo>
                    <a:pt x="6350" y="0"/>
                  </a:moveTo>
                  <a:lnTo>
                    <a:pt x="4400296" y="0"/>
                  </a:lnTo>
                  <a:cubicBezTo>
                    <a:pt x="4403852" y="0"/>
                    <a:pt x="4406646" y="2794"/>
                    <a:pt x="4406646" y="6350"/>
                  </a:cubicBezTo>
                  <a:lnTo>
                    <a:pt x="4406646" y="1437513"/>
                  </a:lnTo>
                  <a:cubicBezTo>
                    <a:pt x="4406646" y="1441069"/>
                    <a:pt x="4403852" y="1443863"/>
                    <a:pt x="4400296" y="1443863"/>
                  </a:cubicBezTo>
                  <a:lnTo>
                    <a:pt x="6350" y="1443863"/>
                  </a:lnTo>
                  <a:cubicBezTo>
                    <a:pt x="2794" y="1443863"/>
                    <a:pt x="0" y="1441069"/>
                    <a:pt x="0" y="1437513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437513"/>
                  </a:lnTo>
                  <a:lnTo>
                    <a:pt x="6350" y="1437513"/>
                  </a:lnTo>
                  <a:lnTo>
                    <a:pt x="6350" y="1431163"/>
                  </a:lnTo>
                  <a:lnTo>
                    <a:pt x="4400296" y="1431163"/>
                  </a:lnTo>
                  <a:lnTo>
                    <a:pt x="4400296" y="1437513"/>
                  </a:lnTo>
                  <a:lnTo>
                    <a:pt x="4393946" y="1437513"/>
                  </a:lnTo>
                  <a:lnTo>
                    <a:pt x="4393946" y="6350"/>
                  </a:lnTo>
                  <a:lnTo>
                    <a:pt x="4400296" y="6350"/>
                  </a:lnTo>
                  <a:lnTo>
                    <a:pt x="4400296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2A2E3A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79500" y="5065145"/>
            <a:ext cx="3193836" cy="1282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</a:pPr>
            <a:r>
              <a:rPr lang="en-US" sz="2999">
                <a:solidFill>
                  <a:srgbClr val="A20E20"/>
                </a:solidFill>
                <a:latin typeface="Helios Bold"/>
                <a:ea typeface="Helios Bold"/>
                <a:cs typeface="Helios Bold"/>
                <a:sym typeface="Helios Bold"/>
              </a:rPr>
              <a:t>2022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357014" y="5306569"/>
            <a:ext cx="3331601" cy="1109541"/>
            <a:chOff x="0" y="0"/>
            <a:chExt cx="4442135" cy="14793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4393946" cy="1431163"/>
            </a:xfrm>
            <a:custGeom>
              <a:avLst/>
              <a:gdLst/>
              <a:ahLst/>
              <a:cxnLst/>
              <a:rect r="r" b="b" t="t" l="l"/>
              <a:pathLst>
                <a:path h="1431163" w="4393946">
                  <a:moveTo>
                    <a:pt x="0" y="0"/>
                  </a:moveTo>
                  <a:lnTo>
                    <a:pt x="4393946" y="0"/>
                  </a:lnTo>
                  <a:lnTo>
                    <a:pt x="4393946" y="1431163"/>
                  </a:lnTo>
                  <a:lnTo>
                    <a:pt x="0" y="1431163"/>
                  </a:ln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06646" cy="1443863"/>
            </a:xfrm>
            <a:custGeom>
              <a:avLst/>
              <a:gdLst/>
              <a:ahLst/>
              <a:cxnLst/>
              <a:rect r="r" b="b" t="t" l="l"/>
              <a:pathLst>
                <a:path h="1443863" w="4406646">
                  <a:moveTo>
                    <a:pt x="6350" y="0"/>
                  </a:moveTo>
                  <a:lnTo>
                    <a:pt x="4400296" y="0"/>
                  </a:lnTo>
                  <a:cubicBezTo>
                    <a:pt x="4403852" y="0"/>
                    <a:pt x="4406646" y="2794"/>
                    <a:pt x="4406646" y="6350"/>
                  </a:cubicBezTo>
                  <a:lnTo>
                    <a:pt x="4406646" y="1437513"/>
                  </a:lnTo>
                  <a:cubicBezTo>
                    <a:pt x="4406646" y="1441069"/>
                    <a:pt x="4403852" y="1443863"/>
                    <a:pt x="4400296" y="1443863"/>
                  </a:cubicBezTo>
                  <a:lnTo>
                    <a:pt x="6350" y="1443863"/>
                  </a:lnTo>
                  <a:cubicBezTo>
                    <a:pt x="2794" y="1443863"/>
                    <a:pt x="0" y="1441069"/>
                    <a:pt x="0" y="1437513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437513"/>
                  </a:lnTo>
                  <a:lnTo>
                    <a:pt x="6350" y="1437513"/>
                  </a:lnTo>
                  <a:lnTo>
                    <a:pt x="6350" y="1431163"/>
                  </a:lnTo>
                  <a:lnTo>
                    <a:pt x="4400296" y="1431163"/>
                  </a:lnTo>
                  <a:lnTo>
                    <a:pt x="4400296" y="1437513"/>
                  </a:lnTo>
                  <a:lnTo>
                    <a:pt x="4393946" y="1437513"/>
                  </a:lnTo>
                  <a:lnTo>
                    <a:pt x="4393946" y="6350"/>
                  </a:lnTo>
                  <a:lnTo>
                    <a:pt x="4400296" y="6350"/>
                  </a:lnTo>
                  <a:lnTo>
                    <a:pt x="4400296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2A2E3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425897" y="5065145"/>
            <a:ext cx="3193836" cy="1282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</a:pPr>
            <a:r>
              <a:rPr lang="en-US" sz="2999">
                <a:solidFill>
                  <a:srgbClr val="A20E20"/>
                </a:solidFill>
                <a:latin typeface="Helios Bold"/>
                <a:ea typeface="Helios Bold"/>
                <a:cs typeface="Helios Bold"/>
                <a:sym typeface="Helios Bold"/>
              </a:rPr>
              <a:t>2023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99384" y="5306569"/>
            <a:ext cx="3331601" cy="1109541"/>
            <a:chOff x="0" y="0"/>
            <a:chExt cx="4442135" cy="14793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4393946" cy="1431163"/>
            </a:xfrm>
            <a:custGeom>
              <a:avLst/>
              <a:gdLst/>
              <a:ahLst/>
              <a:cxnLst/>
              <a:rect r="r" b="b" t="t" l="l"/>
              <a:pathLst>
                <a:path h="1431163" w="4393946">
                  <a:moveTo>
                    <a:pt x="0" y="0"/>
                  </a:moveTo>
                  <a:lnTo>
                    <a:pt x="4393946" y="0"/>
                  </a:lnTo>
                  <a:lnTo>
                    <a:pt x="4393946" y="1431163"/>
                  </a:lnTo>
                  <a:lnTo>
                    <a:pt x="0" y="1431163"/>
                  </a:ln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06646" cy="1443863"/>
            </a:xfrm>
            <a:custGeom>
              <a:avLst/>
              <a:gdLst/>
              <a:ahLst/>
              <a:cxnLst/>
              <a:rect r="r" b="b" t="t" l="l"/>
              <a:pathLst>
                <a:path h="1443863" w="4406646">
                  <a:moveTo>
                    <a:pt x="6350" y="0"/>
                  </a:moveTo>
                  <a:lnTo>
                    <a:pt x="4400296" y="0"/>
                  </a:lnTo>
                  <a:cubicBezTo>
                    <a:pt x="4403852" y="0"/>
                    <a:pt x="4406646" y="2794"/>
                    <a:pt x="4406646" y="6350"/>
                  </a:cubicBezTo>
                  <a:lnTo>
                    <a:pt x="4406646" y="1437513"/>
                  </a:lnTo>
                  <a:cubicBezTo>
                    <a:pt x="4406646" y="1441069"/>
                    <a:pt x="4403852" y="1443863"/>
                    <a:pt x="4400296" y="1443863"/>
                  </a:cubicBezTo>
                  <a:lnTo>
                    <a:pt x="6350" y="1443863"/>
                  </a:lnTo>
                  <a:cubicBezTo>
                    <a:pt x="2794" y="1443863"/>
                    <a:pt x="0" y="1441069"/>
                    <a:pt x="0" y="1437513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437513"/>
                  </a:lnTo>
                  <a:lnTo>
                    <a:pt x="6350" y="1437513"/>
                  </a:lnTo>
                  <a:lnTo>
                    <a:pt x="6350" y="1431163"/>
                  </a:lnTo>
                  <a:lnTo>
                    <a:pt x="4400296" y="1431163"/>
                  </a:lnTo>
                  <a:lnTo>
                    <a:pt x="4400296" y="1437513"/>
                  </a:lnTo>
                  <a:lnTo>
                    <a:pt x="4393946" y="1437513"/>
                  </a:lnTo>
                  <a:lnTo>
                    <a:pt x="4393946" y="6350"/>
                  </a:lnTo>
                  <a:lnTo>
                    <a:pt x="4400296" y="6350"/>
                  </a:lnTo>
                  <a:lnTo>
                    <a:pt x="4400296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2A2E3A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668267" y="5065145"/>
            <a:ext cx="3193836" cy="1282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</a:pPr>
            <a:r>
              <a:rPr lang="en-US" sz="2999">
                <a:solidFill>
                  <a:srgbClr val="A20E20"/>
                </a:solidFill>
                <a:latin typeface="Helios Bold"/>
                <a:ea typeface="Helios Bold"/>
                <a:cs typeface="Helios Bold"/>
                <a:sym typeface="Helios Bold"/>
              </a:rPr>
              <a:t>2024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945781" y="5306569"/>
            <a:ext cx="3331601" cy="1109541"/>
            <a:chOff x="0" y="0"/>
            <a:chExt cx="4442135" cy="14793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4393946" cy="1431163"/>
            </a:xfrm>
            <a:custGeom>
              <a:avLst/>
              <a:gdLst/>
              <a:ahLst/>
              <a:cxnLst/>
              <a:rect r="r" b="b" t="t" l="l"/>
              <a:pathLst>
                <a:path h="1431163" w="4393946">
                  <a:moveTo>
                    <a:pt x="0" y="0"/>
                  </a:moveTo>
                  <a:lnTo>
                    <a:pt x="4393946" y="0"/>
                  </a:lnTo>
                  <a:lnTo>
                    <a:pt x="4393946" y="1431163"/>
                  </a:lnTo>
                  <a:lnTo>
                    <a:pt x="0" y="1431163"/>
                  </a:ln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06646" cy="1443863"/>
            </a:xfrm>
            <a:custGeom>
              <a:avLst/>
              <a:gdLst/>
              <a:ahLst/>
              <a:cxnLst/>
              <a:rect r="r" b="b" t="t" l="l"/>
              <a:pathLst>
                <a:path h="1443863" w="4406646">
                  <a:moveTo>
                    <a:pt x="6350" y="0"/>
                  </a:moveTo>
                  <a:lnTo>
                    <a:pt x="4400296" y="0"/>
                  </a:lnTo>
                  <a:cubicBezTo>
                    <a:pt x="4403852" y="0"/>
                    <a:pt x="4406646" y="2794"/>
                    <a:pt x="4406646" y="6350"/>
                  </a:cubicBezTo>
                  <a:lnTo>
                    <a:pt x="4406646" y="1437513"/>
                  </a:lnTo>
                  <a:cubicBezTo>
                    <a:pt x="4406646" y="1441069"/>
                    <a:pt x="4403852" y="1443863"/>
                    <a:pt x="4400296" y="1443863"/>
                  </a:cubicBezTo>
                  <a:lnTo>
                    <a:pt x="6350" y="1443863"/>
                  </a:lnTo>
                  <a:cubicBezTo>
                    <a:pt x="2794" y="1443863"/>
                    <a:pt x="0" y="1441069"/>
                    <a:pt x="0" y="1437513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437513"/>
                  </a:lnTo>
                  <a:lnTo>
                    <a:pt x="6350" y="1437513"/>
                  </a:lnTo>
                  <a:lnTo>
                    <a:pt x="6350" y="1431163"/>
                  </a:lnTo>
                  <a:lnTo>
                    <a:pt x="4400296" y="1431163"/>
                  </a:lnTo>
                  <a:lnTo>
                    <a:pt x="4400296" y="1437513"/>
                  </a:lnTo>
                  <a:lnTo>
                    <a:pt x="4393946" y="1437513"/>
                  </a:lnTo>
                  <a:lnTo>
                    <a:pt x="4393946" y="6350"/>
                  </a:lnTo>
                  <a:lnTo>
                    <a:pt x="4400296" y="6350"/>
                  </a:lnTo>
                  <a:lnTo>
                    <a:pt x="4400296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2A2E3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014664" y="5065145"/>
            <a:ext cx="3193836" cy="1282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</a:pPr>
            <a:r>
              <a:rPr lang="en-US" sz="2999">
                <a:solidFill>
                  <a:srgbClr val="A20E20"/>
                </a:solidFill>
                <a:latin typeface="Helios Bold"/>
                <a:ea typeface="Helios Bold"/>
                <a:cs typeface="Helios Bold"/>
                <a:sym typeface="Helios Bold"/>
              </a:rPr>
              <a:t>2025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319374" y="5851815"/>
            <a:ext cx="1060486" cy="19050"/>
            <a:chOff x="0" y="0"/>
            <a:chExt cx="1413981" cy="25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0"/>
              <a:ext cx="1401318" cy="25400"/>
            </a:xfrm>
            <a:custGeom>
              <a:avLst/>
              <a:gdLst/>
              <a:ahLst/>
              <a:cxnLst/>
              <a:rect r="r" b="b" t="t" l="l"/>
              <a:pathLst>
                <a:path h="25400" w="1401318">
                  <a:moveTo>
                    <a:pt x="0" y="0"/>
                  </a:moveTo>
                  <a:lnTo>
                    <a:pt x="1401318" y="12700"/>
                  </a:lnTo>
                  <a:lnTo>
                    <a:pt x="1401191" y="254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A2E3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665770" y="5851815"/>
            <a:ext cx="956459" cy="19050"/>
            <a:chOff x="0" y="0"/>
            <a:chExt cx="1275279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223" y="0"/>
              <a:ext cx="1262761" cy="25400"/>
            </a:xfrm>
            <a:custGeom>
              <a:avLst/>
              <a:gdLst/>
              <a:ahLst/>
              <a:cxnLst/>
              <a:rect r="r" b="b" t="t" l="l"/>
              <a:pathLst>
                <a:path h="25400" w="1262761">
                  <a:moveTo>
                    <a:pt x="254" y="0"/>
                  </a:moveTo>
                  <a:lnTo>
                    <a:pt x="1262761" y="12700"/>
                  </a:lnTo>
                  <a:lnTo>
                    <a:pt x="1262634" y="254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A2E3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908140" y="5851815"/>
            <a:ext cx="1060486" cy="19050"/>
            <a:chOff x="0" y="0"/>
            <a:chExt cx="1413981" cy="25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" y="0"/>
              <a:ext cx="1401318" cy="25400"/>
            </a:xfrm>
            <a:custGeom>
              <a:avLst/>
              <a:gdLst/>
              <a:ahLst/>
              <a:cxnLst/>
              <a:rect r="r" b="b" t="t" l="l"/>
              <a:pathLst>
                <a:path h="25400" w="1401318">
                  <a:moveTo>
                    <a:pt x="0" y="0"/>
                  </a:moveTo>
                  <a:lnTo>
                    <a:pt x="1401318" y="12700"/>
                  </a:lnTo>
                  <a:lnTo>
                    <a:pt x="1401191" y="254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A2E3A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28700" y="6766383"/>
            <a:ext cx="3295436" cy="130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We have become one of the famous companies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340421" y="6766383"/>
            <a:ext cx="3295436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We caught the competition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52143" y="6766383"/>
            <a:ext cx="3295436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We are in the leading position in the world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963864" y="6766383"/>
            <a:ext cx="3295436" cy="130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Perfumes with a new type and unique smell and design 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3814230" y="9049051"/>
            <a:ext cx="5765006" cy="1237949"/>
          </a:xfrm>
          <a:custGeom>
            <a:avLst/>
            <a:gdLst/>
            <a:ahLst/>
            <a:cxnLst/>
            <a:rect r="r" b="b" t="t" l="l"/>
            <a:pathLst>
              <a:path h="1237949" w="5765006">
                <a:moveTo>
                  <a:pt x="0" y="0"/>
                </a:moveTo>
                <a:lnTo>
                  <a:pt x="5765006" y="0"/>
                </a:lnTo>
                <a:lnTo>
                  <a:pt x="5765006" y="1237949"/>
                </a:lnTo>
                <a:lnTo>
                  <a:pt x="0" y="12379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5271392" y="9586436"/>
            <a:ext cx="2023715" cy="322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0"/>
              </a:lnSpc>
            </a:pPr>
            <a:r>
              <a:rPr lang="en-US" sz="1800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Back to Agenda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58760" y="1028700"/>
            <a:ext cx="1259047" cy="1259042"/>
            <a:chOff x="0" y="0"/>
            <a:chExt cx="1678729" cy="16787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78686" cy="1678686"/>
            </a:xfrm>
            <a:custGeom>
              <a:avLst/>
              <a:gdLst/>
              <a:ahLst/>
              <a:cxnLst/>
              <a:rect r="r" b="b" t="t" l="l"/>
              <a:pathLst>
                <a:path h="1678686" w="1678686">
                  <a:moveTo>
                    <a:pt x="1678686" y="839343"/>
                  </a:moveTo>
                  <a:cubicBezTo>
                    <a:pt x="1678686" y="1302893"/>
                    <a:pt x="1302893" y="1678686"/>
                    <a:pt x="839343" y="1678686"/>
                  </a:cubicBezTo>
                  <a:cubicBezTo>
                    <a:pt x="375793" y="1678686"/>
                    <a:pt x="0" y="1302893"/>
                    <a:pt x="0" y="839343"/>
                  </a:cubicBezTo>
                  <a:cubicBezTo>
                    <a:pt x="0" y="375793"/>
                    <a:pt x="375793" y="0"/>
                    <a:pt x="839343" y="0"/>
                  </a:cubicBezTo>
                  <a:cubicBezTo>
                    <a:pt x="1302893" y="0"/>
                    <a:pt x="1678686" y="375793"/>
                    <a:pt x="1678686" y="839343"/>
                  </a:cubicBezTo>
                  <a:close/>
                </a:path>
              </a:pathLst>
            </a:custGeom>
            <a:blipFill>
              <a:blip r:embed="rId2"/>
              <a:stretch>
                <a:fillRect l="0" t="0" r="-2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58760" y="2699168"/>
            <a:ext cx="1259047" cy="1259042"/>
            <a:chOff x="0" y="0"/>
            <a:chExt cx="1678729" cy="16787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78686" cy="1678686"/>
            </a:xfrm>
            <a:custGeom>
              <a:avLst/>
              <a:gdLst/>
              <a:ahLst/>
              <a:cxnLst/>
              <a:rect r="r" b="b" t="t" l="l"/>
              <a:pathLst>
                <a:path h="1678686" w="1678686">
                  <a:moveTo>
                    <a:pt x="1678686" y="839343"/>
                  </a:moveTo>
                  <a:cubicBezTo>
                    <a:pt x="1678686" y="1302893"/>
                    <a:pt x="1302893" y="1678686"/>
                    <a:pt x="839343" y="1678686"/>
                  </a:cubicBezTo>
                  <a:cubicBezTo>
                    <a:pt x="375793" y="1678686"/>
                    <a:pt x="0" y="1302893"/>
                    <a:pt x="0" y="839343"/>
                  </a:cubicBezTo>
                  <a:cubicBezTo>
                    <a:pt x="0" y="375793"/>
                    <a:pt x="375793" y="0"/>
                    <a:pt x="839343" y="0"/>
                  </a:cubicBezTo>
                  <a:cubicBezTo>
                    <a:pt x="1302893" y="0"/>
                    <a:pt x="1678686" y="375793"/>
                    <a:pt x="1678686" y="839343"/>
                  </a:cubicBez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58760" y="4373645"/>
            <a:ext cx="1259047" cy="1259042"/>
            <a:chOff x="0" y="0"/>
            <a:chExt cx="1678729" cy="16787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8686" cy="1678686"/>
            </a:xfrm>
            <a:custGeom>
              <a:avLst/>
              <a:gdLst/>
              <a:ahLst/>
              <a:cxnLst/>
              <a:rect r="r" b="b" t="t" l="l"/>
              <a:pathLst>
                <a:path h="1678686" w="1678686">
                  <a:moveTo>
                    <a:pt x="1678686" y="839343"/>
                  </a:moveTo>
                  <a:cubicBezTo>
                    <a:pt x="1678686" y="1302893"/>
                    <a:pt x="1302893" y="1678686"/>
                    <a:pt x="839343" y="1678686"/>
                  </a:cubicBezTo>
                  <a:cubicBezTo>
                    <a:pt x="375793" y="1678686"/>
                    <a:pt x="0" y="1302893"/>
                    <a:pt x="0" y="839343"/>
                  </a:cubicBezTo>
                  <a:cubicBezTo>
                    <a:pt x="0" y="375793"/>
                    <a:pt x="375793" y="0"/>
                    <a:pt x="839343" y="0"/>
                  </a:cubicBezTo>
                  <a:cubicBezTo>
                    <a:pt x="1302893" y="0"/>
                    <a:pt x="1678686" y="375793"/>
                    <a:pt x="1678686" y="839343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858760" y="6044113"/>
            <a:ext cx="1259047" cy="1259042"/>
            <a:chOff x="0" y="0"/>
            <a:chExt cx="1678729" cy="16787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78686" cy="1678686"/>
            </a:xfrm>
            <a:custGeom>
              <a:avLst/>
              <a:gdLst/>
              <a:ahLst/>
              <a:cxnLst/>
              <a:rect r="r" b="b" t="t" l="l"/>
              <a:pathLst>
                <a:path h="1678686" w="1678686">
                  <a:moveTo>
                    <a:pt x="1678686" y="839343"/>
                  </a:moveTo>
                  <a:cubicBezTo>
                    <a:pt x="1678686" y="1302893"/>
                    <a:pt x="1302893" y="1678686"/>
                    <a:pt x="839343" y="1678686"/>
                  </a:cubicBezTo>
                  <a:cubicBezTo>
                    <a:pt x="375793" y="1678686"/>
                    <a:pt x="0" y="1302893"/>
                    <a:pt x="0" y="839343"/>
                  </a:cubicBezTo>
                  <a:cubicBezTo>
                    <a:pt x="0" y="375793"/>
                    <a:pt x="375793" y="0"/>
                    <a:pt x="839343" y="0"/>
                  </a:cubicBezTo>
                  <a:cubicBezTo>
                    <a:pt x="1302893" y="0"/>
                    <a:pt x="1678686" y="375793"/>
                    <a:pt x="1678686" y="839343"/>
                  </a:cubicBez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858760" y="7999258"/>
            <a:ext cx="1259047" cy="1259042"/>
            <a:chOff x="0" y="0"/>
            <a:chExt cx="1678729" cy="16787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78686" cy="1678686"/>
            </a:xfrm>
            <a:custGeom>
              <a:avLst/>
              <a:gdLst/>
              <a:ahLst/>
              <a:cxnLst/>
              <a:rect r="r" b="b" t="t" l="l"/>
              <a:pathLst>
                <a:path h="1678686" w="1678686">
                  <a:moveTo>
                    <a:pt x="1678686" y="839343"/>
                  </a:moveTo>
                  <a:cubicBezTo>
                    <a:pt x="1678686" y="1302893"/>
                    <a:pt x="1302893" y="1678686"/>
                    <a:pt x="839343" y="1678686"/>
                  </a:cubicBezTo>
                  <a:cubicBezTo>
                    <a:pt x="375793" y="1678686"/>
                    <a:pt x="0" y="1302893"/>
                    <a:pt x="0" y="839343"/>
                  </a:cubicBezTo>
                  <a:cubicBezTo>
                    <a:pt x="0" y="375793"/>
                    <a:pt x="375793" y="0"/>
                    <a:pt x="839343" y="0"/>
                  </a:cubicBezTo>
                  <a:cubicBezTo>
                    <a:pt x="1302893" y="0"/>
                    <a:pt x="1678686" y="375793"/>
                    <a:pt x="1678686" y="839343"/>
                  </a:cubicBezTo>
                  <a:close/>
                </a:path>
              </a:pathLst>
            </a:custGeom>
            <a:blipFill>
              <a:blip r:embed="rId6"/>
              <a:stretch>
                <a:fillRect l="0" t="0" r="-2" b="-2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-1287623" y="9049051"/>
            <a:ext cx="5765006" cy="1237949"/>
          </a:xfrm>
          <a:custGeom>
            <a:avLst/>
            <a:gdLst/>
            <a:ahLst/>
            <a:cxnLst/>
            <a:rect r="r" b="b" t="t" l="l"/>
            <a:pathLst>
              <a:path h="1237949" w="5765006">
                <a:moveTo>
                  <a:pt x="0" y="0"/>
                </a:moveTo>
                <a:lnTo>
                  <a:pt x="5765006" y="0"/>
                </a:lnTo>
                <a:lnTo>
                  <a:pt x="5765006" y="1237949"/>
                </a:lnTo>
                <a:lnTo>
                  <a:pt x="0" y="12379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87253" y="9586436"/>
            <a:ext cx="2023715" cy="322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Back to Agenda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028700"/>
            <a:ext cx="7371857" cy="385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>
                <a:solidFill>
                  <a:srgbClr val="A20E20"/>
                </a:solidFill>
                <a:latin typeface="TT Hoves Bold"/>
                <a:ea typeface="TT Hoves Bold"/>
                <a:cs typeface="TT Hoves Bold"/>
                <a:sym typeface="TT Hoves Bold"/>
              </a:rPr>
              <a:t>Our Management Team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5147251"/>
            <a:ext cx="5677591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Our team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50656" y="1132007"/>
            <a:ext cx="5208644" cy="481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Eshchanova Gulnora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50656" y="1676594"/>
            <a:ext cx="5208644" cy="45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Chief Executive Officer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50656" y="2874645"/>
            <a:ext cx="5208644" cy="481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Maqsudov Anvar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50656" y="3419233"/>
            <a:ext cx="5208644" cy="45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Chief Finance Officer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50656" y="4617285"/>
            <a:ext cx="52086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Ne`matov Behruz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50656" y="5161873"/>
            <a:ext cx="5208644" cy="45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Director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50656" y="6359924"/>
            <a:ext cx="5208644" cy="481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Carl Miller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50656" y="6904512"/>
            <a:ext cx="5208644" cy="45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Accountant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50656" y="8102564"/>
            <a:ext cx="5208644" cy="481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Saidova Jasmina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50656" y="8647152"/>
            <a:ext cx="5208644" cy="45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Finance Manager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5853991" y="3723647"/>
          <a:ext cx="11404600" cy="5156200"/>
        </p:xfrm>
        <a:graphic>
          <a:graphicData uri="http://schemas.openxmlformats.org/drawingml/2006/table">
            <a:tbl>
              <a:tblPr/>
              <a:tblGrid>
                <a:gridCol w="11404600"/>
              </a:tblGrid>
              <a:tr h="11232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Fast delivery services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68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Quality guarantee for our perfumes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61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Perfume sorting service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0" y="0"/>
            <a:ext cx="3729625" cy="10287000"/>
            <a:chOff x="0" y="0"/>
            <a:chExt cx="4972833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728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972812">
                  <a:moveTo>
                    <a:pt x="0" y="0"/>
                  </a:moveTo>
                  <a:lnTo>
                    <a:pt x="4972812" y="0"/>
                  </a:lnTo>
                  <a:lnTo>
                    <a:pt x="497281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772" t="0" r="-41772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0" y="9039526"/>
            <a:ext cx="5765006" cy="1247474"/>
          </a:xfrm>
          <a:custGeom>
            <a:avLst/>
            <a:gdLst/>
            <a:ahLst/>
            <a:cxnLst/>
            <a:rect r="r" b="b" t="t" l="l"/>
            <a:pathLst>
              <a:path h="1247474" w="5765006">
                <a:moveTo>
                  <a:pt x="0" y="0"/>
                </a:moveTo>
                <a:lnTo>
                  <a:pt x="5765006" y="0"/>
                </a:lnTo>
                <a:lnTo>
                  <a:pt x="5765006" y="1247474"/>
                </a:lnTo>
                <a:lnTo>
                  <a:pt x="0" y="12474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74876" y="9576911"/>
            <a:ext cx="2023715" cy="331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Back to 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53991" y="1028700"/>
            <a:ext cx="11405309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>
                <a:solidFill>
                  <a:srgbClr val="A20E20"/>
                </a:solidFill>
                <a:latin typeface="TT Hoves Bold"/>
                <a:ea typeface="TT Hoves Bold"/>
                <a:cs typeface="TT Hoves Bold"/>
                <a:sym typeface="TT Hoves Bold"/>
              </a:rPr>
              <a:t>Our Offered Services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08496"/>
            <a:ext cx="6479889" cy="10395496"/>
          </a:xfrm>
          <a:custGeom>
            <a:avLst/>
            <a:gdLst/>
            <a:ahLst/>
            <a:cxnLst/>
            <a:rect r="r" b="b" t="t" l="l"/>
            <a:pathLst>
              <a:path h="10395496" w="6479889">
                <a:moveTo>
                  <a:pt x="0" y="0"/>
                </a:moveTo>
                <a:lnTo>
                  <a:pt x="6479889" y="0"/>
                </a:lnTo>
                <a:lnTo>
                  <a:pt x="6479889" y="10395496"/>
                </a:lnTo>
                <a:lnTo>
                  <a:pt x="0" y="10395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031335" y="4282367"/>
            <a:ext cx="3086100" cy="1371195"/>
            <a:chOff x="0" y="0"/>
            <a:chExt cx="4114800" cy="18282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14800" cy="1828292"/>
            </a:xfrm>
            <a:custGeom>
              <a:avLst/>
              <a:gdLst/>
              <a:ahLst/>
              <a:cxnLst/>
              <a:rect r="r" b="b" t="t" l="l"/>
              <a:pathLst>
                <a:path h="1828292" w="4114800">
                  <a:moveTo>
                    <a:pt x="381000" y="0"/>
                  </a:moveTo>
                  <a:lnTo>
                    <a:pt x="3733800" y="0"/>
                  </a:lnTo>
                  <a:cubicBezTo>
                    <a:pt x="3944239" y="0"/>
                    <a:pt x="4114800" y="170561"/>
                    <a:pt x="4114800" y="381000"/>
                  </a:cubicBezTo>
                  <a:lnTo>
                    <a:pt x="4114800" y="1447292"/>
                  </a:lnTo>
                  <a:cubicBezTo>
                    <a:pt x="4114800" y="1548384"/>
                    <a:pt x="4074668" y="1645285"/>
                    <a:pt x="4003167" y="1716659"/>
                  </a:cubicBezTo>
                  <a:cubicBezTo>
                    <a:pt x="3931666" y="1788033"/>
                    <a:pt x="3834765" y="1828292"/>
                    <a:pt x="3733800" y="1828292"/>
                  </a:cubicBezTo>
                  <a:lnTo>
                    <a:pt x="381000" y="1828292"/>
                  </a:lnTo>
                  <a:cubicBezTo>
                    <a:pt x="170561" y="1828292"/>
                    <a:pt x="0" y="1657731"/>
                    <a:pt x="0" y="1447292"/>
                  </a:cubicBezTo>
                  <a:lnTo>
                    <a:pt x="0" y="381000"/>
                  </a:lnTo>
                  <a:cubicBezTo>
                    <a:pt x="0" y="170561"/>
                    <a:pt x="170561" y="0"/>
                    <a:pt x="381000" y="0"/>
                  </a:cubicBezTo>
                  <a:close/>
                </a:path>
              </a:pathLst>
            </a:custGeom>
            <a:solidFill>
              <a:srgbClr val="2A2E3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285335" y="4298391"/>
            <a:ext cx="2578100" cy="110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Made by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630941" y="5644037"/>
            <a:ext cx="1743794" cy="1128234"/>
            <a:chOff x="0" y="0"/>
            <a:chExt cx="2325059" cy="15043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842" y="2032"/>
              <a:ext cx="2189480" cy="1662049"/>
            </a:xfrm>
            <a:custGeom>
              <a:avLst/>
              <a:gdLst/>
              <a:ahLst/>
              <a:cxnLst/>
              <a:rect r="r" b="b" t="t" l="l"/>
              <a:pathLst>
                <a:path h="1662049" w="2189480">
                  <a:moveTo>
                    <a:pt x="248666" y="151130"/>
                  </a:moveTo>
                  <a:lnTo>
                    <a:pt x="419608" y="260985"/>
                  </a:lnTo>
                  <a:lnTo>
                    <a:pt x="405892" y="282448"/>
                  </a:lnTo>
                  <a:lnTo>
                    <a:pt x="234950" y="172466"/>
                  </a:lnTo>
                  <a:close/>
                  <a:moveTo>
                    <a:pt x="469900" y="323596"/>
                  </a:moveTo>
                  <a:lnTo>
                    <a:pt x="640842" y="433451"/>
                  </a:lnTo>
                  <a:lnTo>
                    <a:pt x="627126" y="454787"/>
                  </a:lnTo>
                  <a:lnTo>
                    <a:pt x="456184" y="344932"/>
                  </a:lnTo>
                  <a:close/>
                  <a:moveTo>
                    <a:pt x="691134" y="496062"/>
                  </a:moveTo>
                  <a:lnTo>
                    <a:pt x="862076" y="605917"/>
                  </a:lnTo>
                  <a:lnTo>
                    <a:pt x="848360" y="627253"/>
                  </a:lnTo>
                  <a:lnTo>
                    <a:pt x="677418" y="517398"/>
                  </a:lnTo>
                  <a:close/>
                  <a:moveTo>
                    <a:pt x="912368" y="668528"/>
                  </a:moveTo>
                  <a:lnTo>
                    <a:pt x="1083310" y="778383"/>
                  </a:lnTo>
                  <a:lnTo>
                    <a:pt x="1069594" y="799719"/>
                  </a:lnTo>
                  <a:lnTo>
                    <a:pt x="898652" y="689864"/>
                  </a:lnTo>
                  <a:close/>
                  <a:moveTo>
                    <a:pt x="1133602" y="840994"/>
                  </a:moveTo>
                  <a:lnTo>
                    <a:pt x="1304544" y="950849"/>
                  </a:lnTo>
                  <a:lnTo>
                    <a:pt x="1290828" y="972185"/>
                  </a:lnTo>
                  <a:lnTo>
                    <a:pt x="1119886" y="862330"/>
                  </a:lnTo>
                  <a:close/>
                  <a:moveTo>
                    <a:pt x="1354836" y="1013460"/>
                  </a:moveTo>
                  <a:lnTo>
                    <a:pt x="1525778" y="1123315"/>
                  </a:lnTo>
                  <a:lnTo>
                    <a:pt x="1512062" y="1144651"/>
                  </a:lnTo>
                  <a:lnTo>
                    <a:pt x="1341120" y="1034796"/>
                  </a:lnTo>
                  <a:close/>
                  <a:moveTo>
                    <a:pt x="1576070" y="1185926"/>
                  </a:moveTo>
                  <a:lnTo>
                    <a:pt x="1747012" y="1295781"/>
                  </a:lnTo>
                  <a:lnTo>
                    <a:pt x="1733296" y="1317117"/>
                  </a:lnTo>
                  <a:lnTo>
                    <a:pt x="1562354" y="1207262"/>
                  </a:lnTo>
                  <a:close/>
                  <a:moveTo>
                    <a:pt x="1797304" y="1358392"/>
                  </a:moveTo>
                  <a:lnTo>
                    <a:pt x="1968246" y="1468247"/>
                  </a:lnTo>
                  <a:lnTo>
                    <a:pt x="1954530" y="1489583"/>
                  </a:lnTo>
                  <a:lnTo>
                    <a:pt x="1783588" y="1379728"/>
                  </a:lnTo>
                  <a:close/>
                  <a:moveTo>
                    <a:pt x="2018538" y="1530858"/>
                  </a:moveTo>
                  <a:lnTo>
                    <a:pt x="2189480" y="1640713"/>
                  </a:lnTo>
                  <a:lnTo>
                    <a:pt x="2175764" y="1662049"/>
                  </a:lnTo>
                  <a:lnTo>
                    <a:pt x="2004822" y="1552194"/>
                  </a:lnTo>
                  <a:close/>
                  <a:moveTo>
                    <a:pt x="13716" y="0"/>
                  </a:moveTo>
                  <a:lnTo>
                    <a:pt x="184658" y="109855"/>
                  </a:lnTo>
                  <a:lnTo>
                    <a:pt x="170942" y="131318"/>
                  </a:lnTo>
                  <a:lnTo>
                    <a:pt x="0" y="21336"/>
                  </a:lnTo>
                  <a:close/>
                </a:path>
              </a:pathLst>
            </a:custGeom>
            <a:solidFill>
              <a:srgbClr val="2A2E3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774035" y="5644037"/>
            <a:ext cx="2043095" cy="1828800"/>
            <a:chOff x="0" y="0"/>
            <a:chExt cx="2724127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2070" y="3175"/>
              <a:ext cx="2667762" cy="2389251"/>
            </a:xfrm>
            <a:custGeom>
              <a:avLst/>
              <a:gdLst/>
              <a:ahLst/>
              <a:cxnLst/>
              <a:rect r="r" b="b" t="t" l="l"/>
              <a:pathLst>
                <a:path h="2389251" w="2667762">
                  <a:moveTo>
                    <a:pt x="2459482" y="205232"/>
                  </a:moveTo>
                  <a:lnTo>
                    <a:pt x="2308098" y="340614"/>
                  </a:lnTo>
                  <a:lnTo>
                    <a:pt x="2291207" y="321691"/>
                  </a:lnTo>
                  <a:lnTo>
                    <a:pt x="2442718" y="186309"/>
                  </a:lnTo>
                  <a:close/>
                  <a:moveTo>
                    <a:pt x="2234438" y="372491"/>
                  </a:moveTo>
                  <a:lnTo>
                    <a:pt x="2099818" y="526923"/>
                  </a:lnTo>
                  <a:lnTo>
                    <a:pt x="2082927" y="508000"/>
                  </a:lnTo>
                  <a:lnTo>
                    <a:pt x="2234438" y="372618"/>
                  </a:lnTo>
                  <a:close/>
                  <a:moveTo>
                    <a:pt x="2026158" y="558800"/>
                  </a:moveTo>
                  <a:lnTo>
                    <a:pt x="1891538" y="713105"/>
                  </a:lnTo>
                  <a:lnTo>
                    <a:pt x="1874647" y="694182"/>
                  </a:lnTo>
                  <a:lnTo>
                    <a:pt x="2026158" y="558800"/>
                  </a:lnTo>
                  <a:close/>
                  <a:moveTo>
                    <a:pt x="1834642" y="763905"/>
                  </a:moveTo>
                  <a:lnTo>
                    <a:pt x="1683258" y="899414"/>
                  </a:lnTo>
                  <a:lnTo>
                    <a:pt x="1666367" y="880491"/>
                  </a:lnTo>
                  <a:lnTo>
                    <a:pt x="1817878" y="745109"/>
                  </a:lnTo>
                  <a:close/>
                  <a:moveTo>
                    <a:pt x="1609598" y="931291"/>
                  </a:moveTo>
                  <a:lnTo>
                    <a:pt x="1474978" y="1085596"/>
                  </a:lnTo>
                  <a:lnTo>
                    <a:pt x="1458087" y="1066673"/>
                  </a:lnTo>
                  <a:lnTo>
                    <a:pt x="1609598" y="931291"/>
                  </a:lnTo>
                  <a:close/>
                  <a:moveTo>
                    <a:pt x="1401318" y="1117473"/>
                  </a:moveTo>
                  <a:lnTo>
                    <a:pt x="1249807" y="1252855"/>
                  </a:lnTo>
                  <a:lnTo>
                    <a:pt x="1232916" y="1233932"/>
                  </a:lnTo>
                  <a:lnTo>
                    <a:pt x="1384427" y="1098550"/>
                  </a:lnTo>
                  <a:close/>
                  <a:moveTo>
                    <a:pt x="1176147" y="1284732"/>
                  </a:moveTo>
                  <a:lnTo>
                    <a:pt x="1058418" y="1458087"/>
                  </a:lnTo>
                  <a:lnTo>
                    <a:pt x="1041527" y="1439164"/>
                  </a:lnTo>
                  <a:lnTo>
                    <a:pt x="1192911" y="1303655"/>
                  </a:lnTo>
                  <a:close/>
                  <a:moveTo>
                    <a:pt x="984631" y="1489837"/>
                  </a:moveTo>
                  <a:lnTo>
                    <a:pt x="850011" y="1644269"/>
                  </a:lnTo>
                  <a:lnTo>
                    <a:pt x="833120" y="1625346"/>
                  </a:lnTo>
                  <a:lnTo>
                    <a:pt x="984631" y="1489964"/>
                  </a:lnTo>
                  <a:close/>
                  <a:moveTo>
                    <a:pt x="776351" y="1676146"/>
                  </a:moveTo>
                  <a:lnTo>
                    <a:pt x="641731" y="1830578"/>
                  </a:lnTo>
                  <a:lnTo>
                    <a:pt x="624840" y="1811655"/>
                  </a:lnTo>
                  <a:lnTo>
                    <a:pt x="776351" y="1676273"/>
                  </a:lnTo>
                  <a:close/>
                  <a:moveTo>
                    <a:pt x="568071" y="1862455"/>
                  </a:moveTo>
                  <a:lnTo>
                    <a:pt x="433451" y="2016760"/>
                  </a:lnTo>
                  <a:lnTo>
                    <a:pt x="416560" y="1997837"/>
                  </a:lnTo>
                  <a:lnTo>
                    <a:pt x="568071" y="1862455"/>
                  </a:lnTo>
                  <a:close/>
                  <a:moveTo>
                    <a:pt x="359791" y="2048637"/>
                  </a:moveTo>
                  <a:lnTo>
                    <a:pt x="225171" y="2202942"/>
                  </a:lnTo>
                  <a:lnTo>
                    <a:pt x="208280" y="2184019"/>
                  </a:lnTo>
                  <a:lnTo>
                    <a:pt x="359791" y="2048637"/>
                  </a:lnTo>
                  <a:close/>
                  <a:moveTo>
                    <a:pt x="151511" y="2234819"/>
                  </a:moveTo>
                  <a:lnTo>
                    <a:pt x="16891" y="2389251"/>
                  </a:lnTo>
                  <a:lnTo>
                    <a:pt x="0" y="2370328"/>
                  </a:lnTo>
                  <a:lnTo>
                    <a:pt x="151511" y="2234946"/>
                  </a:lnTo>
                  <a:close/>
                  <a:moveTo>
                    <a:pt x="2667762" y="19050"/>
                  </a:moveTo>
                  <a:lnTo>
                    <a:pt x="2516378" y="154432"/>
                  </a:lnTo>
                  <a:lnTo>
                    <a:pt x="2499487" y="135509"/>
                  </a:lnTo>
                  <a:lnTo>
                    <a:pt x="2650871" y="0"/>
                  </a:lnTo>
                  <a:close/>
                </a:path>
              </a:pathLst>
            </a:custGeom>
            <a:solidFill>
              <a:srgbClr val="2A2E3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737439" y="4958439"/>
            <a:ext cx="1303421" cy="23087"/>
            <a:chOff x="0" y="0"/>
            <a:chExt cx="1737895" cy="307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-97155"/>
              <a:ext cx="1712468" cy="127889"/>
            </a:xfrm>
            <a:custGeom>
              <a:avLst/>
              <a:gdLst/>
              <a:ahLst/>
              <a:cxnLst/>
              <a:rect r="r" b="b" t="t" l="l"/>
              <a:pathLst>
                <a:path h="127889" w="1712468">
                  <a:moveTo>
                    <a:pt x="1433195" y="123444"/>
                  </a:moveTo>
                  <a:lnTo>
                    <a:pt x="1229995" y="124079"/>
                  </a:lnTo>
                  <a:lnTo>
                    <a:pt x="1229868" y="98679"/>
                  </a:lnTo>
                  <a:lnTo>
                    <a:pt x="1433068" y="98044"/>
                  </a:lnTo>
                  <a:close/>
                  <a:moveTo>
                    <a:pt x="1153668" y="98933"/>
                  </a:moveTo>
                  <a:lnTo>
                    <a:pt x="950468" y="99568"/>
                  </a:lnTo>
                  <a:lnTo>
                    <a:pt x="950341" y="74168"/>
                  </a:lnTo>
                  <a:lnTo>
                    <a:pt x="1153541" y="73533"/>
                  </a:lnTo>
                  <a:close/>
                  <a:moveTo>
                    <a:pt x="874141" y="74422"/>
                  </a:moveTo>
                  <a:lnTo>
                    <a:pt x="670941" y="75057"/>
                  </a:lnTo>
                  <a:lnTo>
                    <a:pt x="670814" y="49657"/>
                  </a:lnTo>
                  <a:lnTo>
                    <a:pt x="874014" y="49022"/>
                  </a:lnTo>
                  <a:close/>
                  <a:moveTo>
                    <a:pt x="594614" y="49911"/>
                  </a:moveTo>
                  <a:lnTo>
                    <a:pt x="391414" y="50546"/>
                  </a:lnTo>
                  <a:lnTo>
                    <a:pt x="391287" y="25146"/>
                  </a:lnTo>
                  <a:lnTo>
                    <a:pt x="594487" y="24511"/>
                  </a:lnTo>
                  <a:close/>
                  <a:moveTo>
                    <a:pt x="315087" y="25400"/>
                  </a:moveTo>
                  <a:lnTo>
                    <a:pt x="111887" y="26035"/>
                  </a:lnTo>
                  <a:lnTo>
                    <a:pt x="111760" y="635"/>
                  </a:lnTo>
                  <a:lnTo>
                    <a:pt x="314960" y="0"/>
                  </a:lnTo>
                  <a:close/>
                  <a:moveTo>
                    <a:pt x="35560" y="889"/>
                  </a:moveTo>
                  <a:lnTo>
                    <a:pt x="0" y="127889"/>
                  </a:lnTo>
                  <a:lnTo>
                    <a:pt x="0" y="102489"/>
                  </a:lnTo>
                  <a:lnTo>
                    <a:pt x="36068" y="102362"/>
                  </a:lnTo>
                  <a:close/>
                  <a:moveTo>
                    <a:pt x="1712468" y="97155"/>
                  </a:moveTo>
                  <a:lnTo>
                    <a:pt x="1509268" y="97790"/>
                  </a:lnTo>
                  <a:lnTo>
                    <a:pt x="1509141" y="72390"/>
                  </a:lnTo>
                  <a:lnTo>
                    <a:pt x="1712341" y="71755"/>
                  </a:lnTo>
                  <a:close/>
                </a:path>
              </a:pathLst>
            </a:custGeom>
            <a:solidFill>
              <a:srgbClr val="2A2E3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251414" y="4505276"/>
            <a:ext cx="2495550" cy="933450"/>
            <a:chOff x="0" y="0"/>
            <a:chExt cx="3327400" cy="1244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274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3327400">
                  <a:moveTo>
                    <a:pt x="0" y="0"/>
                  </a:moveTo>
                  <a:lnTo>
                    <a:pt x="3327400" y="0"/>
                  </a:lnTo>
                  <a:lnTo>
                    <a:pt x="3327400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rgbClr val="E4E4E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505414" y="4576515"/>
            <a:ext cx="1987550" cy="608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Maceration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535785" y="7463312"/>
            <a:ext cx="2495550" cy="933450"/>
            <a:chOff x="0" y="0"/>
            <a:chExt cx="3327400" cy="1244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274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3327400">
                  <a:moveTo>
                    <a:pt x="0" y="0"/>
                  </a:moveTo>
                  <a:lnTo>
                    <a:pt x="3327400" y="0"/>
                  </a:lnTo>
                  <a:lnTo>
                    <a:pt x="3327400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rgbClr val="E4E4E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789785" y="7534551"/>
            <a:ext cx="1987550" cy="608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Water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5365210" y="6296021"/>
            <a:ext cx="2495550" cy="933450"/>
            <a:chOff x="0" y="0"/>
            <a:chExt cx="3327400" cy="1244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274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3327400">
                  <a:moveTo>
                    <a:pt x="0" y="0"/>
                  </a:moveTo>
                  <a:lnTo>
                    <a:pt x="3327400" y="0"/>
                  </a:lnTo>
                  <a:lnTo>
                    <a:pt x="3327400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rgbClr val="E4E4E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5619210" y="6367260"/>
            <a:ext cx="1987550" cy="608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Oil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44000" y="2213345"/>
            <a:ext cx="2495550" cy="933450"/>
            <a:chOff x="0" y="0"/>
            <a:chExt cx="3327400" cy="1244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3274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3327400">
                  <a:moveTo>
                    <a:pt x="0" y="0"/>
                  </a:moveTo>
                  <a:lnTo>
                    <a:pt x="3327400" y="0"/>
                  </a:lnTo>
                  <a:lnTo>
                    <a:pt x="3327400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rgbClr val="E8223B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398000" y="2284584"/>
            <a:ext cx="1987550" cy="608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Burning wood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630025" y="2670545"/>
            <a:ext cx="1502891" cy="1553254"/>
            <a:chOff x="0" y="0"/>
            <a:chExt cx="2003855" cy="207100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3556" y="3810"/>
              <a:ext cx="1996821" cy="2063369"/>
            </a:xfrm>
            <a:custGeom>
              <a:avLst/>
              <a:gdLst/>
              <a:ahLst/>
              <a:cxnLst/>
              <a:rect r="r" b="b" t="t" l="l"/>
              <a:pathLst>
                <a:path h="2063369" w="1996821">
                  <a:moveTo>
                    <a:pt x="1784223" y="1862455"/>
                  </a:moveTo>
                  <a:lnTo>
                    <a:pt x="1642999" y="1716405"/>
                  </a:lnTo>
                  <a:lnTo>
                    <a:pt x="1661287" y="1698752"/>
                  </a:lnTo>
                  <a:lnTo>
                    <a:pt x="1802511" y="1844802"/>
                  </a:lnTo>
                  <a:close/>
                  <a:moveTo>
                    <a:pt x="1608328" y="1644015"/>
                  </a:moveTo>
                  <a:lnTo>
                    <a:pt x="1467104" y="1497965"/>
                  </a:lnTo>
                  <a:lnTo>
                    <a:pt x="1485392" y="1480312"/>
                  </a:lnTo>
                  <a:lnTo>
                    <a:pt x="1626616" y="1626362"/>
                  </a:lnTo>
                  <a:close/>
                  <a:moveTo>
                    <a:pt x="1432433" y="1425575"/>
                  </a:moveTo>
                  <a:lnTo>
                    <a:pt x="1291209" y="1279525"/>
                  </a:lnTo>
                  <a:lnTo>
                    <a:pt x="1309497" y="1261872"/>
                  </a:lnTo>
                  <a:lnTo>
                    <a:pt x="1450721" y="1407922"/>
                  </a:lnTo>
                  <a:close/>
                  <a:moveTo>
                    <a:pt x="1201547" y="1259967"/>
                  </a:moveTo>
                  <a:lnTo>
                    <a:pt x="1060196" y="1113917"/>
                  </a:lnTo>
                  <a:lnTo>
                    <a:pt x="1078484" y="1096264"/>
                  </a:lnTo>
                  <a:lnTo>
                    <a:pt x="1219708" y="1242314"/>
                  </a:lnTo>
                  <a:close/>
                  <a:moveTo>
                    <a:pt x="1007237" y="1059180"/>
                  </a:moveTo>
                  <a:lnTo>
                    <a:pt x="866013" y="913130"/>
                  </a:lnTo>
                  <a:lnTo>
                    <a:pt x="884301" y="895477"/>
                  </a:lnTo>
                  <a:lnTo>
                    <a:pt x="1025525" y="1041527"/>
                  </a:lnTo>
                  <a:close/>
                  <a:moveTo>
                    <a:pt x="813054" y="858266"/>
                  </a:moveTo>
                  <a:lnTo>
                    <a:pt x="671703" y="712216"/>
                  </a:lnTo>
                  <a:lnTo>
                    <a:pt x="689991" y="694563"/>
                  </a:lnTo>
                  <a:lnTo>
                    <a:pt x="831215" y="840613"/>
                  </a:lnTo>
                  <a:close/>
                  <a:moveTo>
                    <a:pt x="618744" y="657479"/>
                  </a:moveTo>
                  <a:lnTo>
                    <a:pt x="477520" y="511429"/>
                  </a:lnTo>
                  <a:lnTo>
                    <a:pt x="495808" y="493776"/>
                  </a:lnTo>
                  <a:lnTo>
                    <a:pt x="637032" y="639826"/>
                  </a:lnTo>
                  <a:close/>
                  <a:moveTo>
                    <a:pt x="424561" y="456692"/>
                  </a:moveTo>
                  <a:lnTo>
                    <a:pt x="283210" y="310642"/>
                  </a:lnTo>
                  <a:lnTo>
                    <a:pt x="301498" y="292989"/>
                  </a:lnTo>
                  <a:lnTo>
                    <a:pt x="442722" y="439039"/>
                  </a:lnTo>
                  <a:close/>
                  <a:moveTo>
                    <a:pt x="230251" y="255778"/>
                  </a:moveTo>
                  <a:lnTo>
                    <a:pt x="89027" y="109728"/>
                  </a:lnTo>
                  <a:lnTo>
                    <a:pt x="107315" y="92075"/>
                  </a:lnTo>
                  <a:lnTo>
                    <a:pt x="248539" y="238125"/>
                  </a:lnTo>
                  <a:close/>
                  <a:moveTo>
                    <a:pt x="36068" y="54991"/>
                  </a:moveTo>
                  <a:lnTo>
                    <a:pt x="0" y="17780"/>
                  </a:lnTo>
                  <a:lnTo>
                    <a:pt x="18288" y="0"/>
                  </a:lnTo>
                  <a:lnTo>
                    <a:pt x="54356" y="37338"/>
                  </a:lnTo>
                  <a:close/>
                  <a:moveTo>
                    <a:pt x="1978533" y="2063369"/>
                  </a:moveTo>
                  <a:lnTo>
                    <a:pt x="1837309" y="1917319"/>
                  </a:lnTo>
                  <a:lnTo>
                    <a:pt x="1855597" y="1899666"/>
                  </a:lnTo>
                  <a:lnTo>
                    <a:pt x="1996821" y="2045716"/>
                  </a:lnTo>
                  <a:close/>
                </a:path>
              </a:pathLst>
            </a:custGeom>
            <a:solidFill>
              <a:srgbClr val="2A2E3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117435" y="2213345"/>
            <a:ext cx="2495550" cy="933450"/>
            <a:chOff x="0" y="0"/>
            <a:chExt cx="3327400" cy="1244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274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3327400">
                  <a:moveTo>
                    <a:pt x="0" y="0"/>
                  </a:moveTo>
                  <a:lnTo>
                    <a:pt x="3327400" y="0"/>
                  </a:lnTo>
                  <a:lnTo>
                    <a:pt x="3327400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rgbClr val="E8223B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4371435" y="2284584"/>
            <a:ext cx="1987550" cy="608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Dried hurbs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621162" y="3137270"/>
            <a:ext cx="1753573" cy="1230083"/>
            <a:chOff x="0" y="0"/>
            <a:chExt cx="2338097" cy="16401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5461" y="2286"/>
              <a:ext cx="2327148" cy="1635506"/>
            </a:xfrm>
            <a:custGeom>
              <a:avLst/>
              <a:gdLst/>
              <a:ahLst/>
              <a:cxnLst/>
              <a:rect r="r" b="b" t="t" l="l"/>
              <a:pathLst>
                <a:path h="1635506" w="2327148">
                  <a:moveTo>
                    <a:pt x="229108" y="1454785"/>
                  </a:moveTo>
                  <a:lnTo>
                    <a:pt x="395732" y="1338453"/>
                  </a:lnTo>
                  <a:lnTo>
                    <a:pt x="410210" y="1359281"/>
                  </a:lnTo>
                  <a:lnTo>
                    <a:pt x="243586" y="1475613"/>
                  </a:lnTo>
                  <a:close/>
                  <a:moveTo>
                    <a:pt x="458089" y="1294765"/>
                  </a:moveTo>
                  <a:lnTo>
                    <a:pt x="624713" y="1178433"/>
                  </a:lnTo>
                  <a:lnTo>
                    <a:pt x="639191" y="1199261"/>
                  </a:lnTo>
                  <a:lnTo>
                    <a:pt x="472567" y="1315593"/>
                  </a:lnTo>
                  <a:close/>
                  <a:moveTo>
                    <a:pt x="687197" y="1134872"/>
                  </a:moveTo>
                  <a:lnTo>
                    <a:pt x="853821" y="1018540"/>
                  </a:lnTo>
                  <a:lnTo>
                    <a:pt x="868299" y="1039368"/>
                  </a:lnTo>
                  <a:lnTo>
                    <a:pt x="701675" y="1155700"/>
                  </a:lnTo>
                  <a:close/>
                  <a:moveTo>
                    <a:pt x="916305" y="974979"/>
                  </a:moveTo>
                  <a:lnTo>
                    <a:pt x="1082929" y="858647"/>
                  </a:lnTo>
                  <a:lnTo>
                    <a:pt x="1097407" y="879475"/>
                  </a:lnTo>
                  <a:lnTo>
                    <a:pt x="930783" y="995807"/>
                  </a:lnTo>
                  <a:close/>
                  <a:moveTo>
                    <a:pt x="1145413" y="814959"/>
                  </a:moveTo>
                  <a:lnTo>
                    <a:pt x="1312037" y="698627"/>
                  </a:lnTo>
                  <a:lnTo>
                    <a:pt x="1326515" y="719455"/>
                  </a:lnTo>
                  <a:lnTo>
                    <a:pt x="1159891" y="835787"/>
                  </a:lnTo>
                  <a:close/>
                  <a:moveTo>
                    <a:pt x="1388999" y="675894"/>
                  </a:moveTo>
                  <a:lnTo>
                    <a:pt x="1555623" y="559562"/>
                  </a:lnTo>
                  <a:lnTo>
                    <a:pt x="1570101" y="580390"/>
                  </a:lnTo>
                  <a:lnTo>
                    <a:pt x="1388999" y="675894"/>
                  </a:lnTo>
                  <a:close/>
                  <a:moveTo>
                    <a:pt x="1603629" y="495046"/>
                  </a:moveTo>
                  <a:lnTo>
                    <a:pt x="1770253" y="378714"/>
                  </a:lnTo>
                  <a:lnTo>
                    <a:pt x="1784731" y="399542"/>
                  </a:lnTo>
                  <a:lnTo>
                    <a:pt x="1618107" y="515874"/>
                  </a:lnTo>
                  <a:close/>
                  <a:moveTo>
                    <a:pt x="1847215" y="355981"/>
                  </a:moveTo>
                  <a:lnTo>
                    <a:pt x="2013839" y="239649"/>
                  </a:lnTo>
                  <a:lnTo>
                    <a:pt x="1847215" y="355981"/>
                  </a:lnTo>
                  <a:close/>
                  <a:moveTo>
                    <a:pt x="2076323" y="196088"/>
                  </a:moveTo>
                  <a:lnTo>
                    <a:pt x="2242947" y="79756"/>
                  </a:lnTo>
                  <a:lnTo>
                    <a:pt x="2257425" y="100584"/>
                  </a:lnTo>
                  <a:lnTo>
                    <a:pt x="2090801" y="216916"/>
                  </a:lnTo>
                  <a:close/>
                  <a:moveTo>
                    <a:pt x="2290826" y="15240"/>
                  </a:moveTo>
                  <a:lnTo>
                    <a:pt x="2312670" y="0"/>
                  </a:lnTo>
                  <a:lnTo>
                    <a:pt x="2327148" y="20828"/>
                  </a:lnTo>
                  <a:lnTo>
                    <a:pt x="2305304" y="36068"/>
                  </a:lnTo>
                  <a:close/>
                  <a:moveTo>
                    <a:pt x="0" y="1614678"/>
                  </a:moveTo>
                  <a:lnTo>
                    <a:pt x="166624" y="1498346"/>
                  </a:lnTo>
                  <a:lnTo>
                    <a:pt x="181102" y="1519174"/>
                  </a:lnTo>
                  <a:lnTo>
                    <a:pt x="14478" y="1635506"/>
                  </a:lnTo>
                  <a:close/>
                </a:path>
              </a:pathLst>
            </a:custGeom>
            <a:solidFill>
              <a:srgbClr val="2A2E3A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838200" y="3752850"/>
            <a:ext cx="4632039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Our perfume made by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05334"/>
            <a:ext cx="340438" cy="400944"/>
            <a:chOff x="0" y="0"/>
            <a:chExt cx="453917" cy="5345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898" cy="534543"/>
            </a:xfrm>
            <a:custGeom>
              <a:avLst/>
              <a:gdLst/>
              <a:ahLst/>
              <a:cxnLst/>
              <a:rect r="r" b="b" t="t" l="l"/>
              <a:pathLst>
                <a:path h="534543" w="453898">
                  <a:moveTo>
                    <a:pt x="0" y="0"/>
                  </a:moveTo>
                  <a:lnTo>
                    <a:pt x="453898" y="0"/>
                  </a:lnTo>
                  <a:lnTo>
                    <a:pt x="453898" y="534543"/>
                  </a:lnTo>
                  <a:lnTo>
                    <a:pt x="0" y="534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09" r="-4" b="-71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31288" y="955299"/>
            <a:ext cx="3862832" cy="45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1"/>
              </a:lnSpc>
            </a:pPr>
            <a:r>
              <a:rPr lang="en-US" sz="2401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N.B.P COMPANY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846489" y="-154511"/>
            <a:ext cx="10596021" cy="10596021"/>
            <a:chOff x="0" y="0"/>
            <a:chExt cx="14128029" cy="141280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127987" cy="14127987"/>
            </a:xfrm>
            <a:custGeom>
              <a:avLst/>
              <a:gdLst/>
              <a:ahLst/>
              <a:cxnLst/>
              <a:rect r="r" b="b" t="t" l="l"/>
              <a:pathLst>
                <a:path h="14127987" w="14127987">
                  <a:moveTo>
                    <a:pt x="14127987" y="0"/>
                  </a:moveTo>
                  <a:lnTo>
                    <a:pt x="0" y="14127987"/>
                  </a:lnTo>
                  <a:lnTo>
                    <a:pt x="14127987" y="14127987"/>
                  </a:lnTo>
                  <a:close/>
                </a:path>
              </a:pathLst>
            </a:custGeom>
            <a:blipFill>
              <a:blip r:embed="rId3"/>
              <a:stretch>
                <a:fillRect l="-38988" t="0" r="-38988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4447117" y="0"/>
            <a:ext cx="7681766" cy="4260610"/>
          </a:xfrm>
          <a:custGeom>
            <a:avLst/>
            <a:gdLst/>
            <a:ahLst/>
            <a:cxnLst/>
            <a:rect r="r" b="b" t="t" l="l"/>
            <a:pathLst>
              <a:path h="4260610" w="7681766">
                <a:moveTo>
                  <a:pt x="0" y="0"/>
                </a:moveTo>
                <a:lnTo>
                  <a:pt x="7681766" y="0"/>
                </a:lnTo>
                <a:lnTo>
                  <a:pt x="7681766" y="4260610"/>
                </a:lnTo>
                <a:lnTo>
                  <a:pt x="0" y="42606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417480"/>
            <a:ext cx="889041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>
                <a:solidFill>
                  <a:srgbClr val="A20E20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Connect with us.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500245"/>
            <a:ext cx="7376287" cy="64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Email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254467"/>
            <a:ext cx="7376287" cy="53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orziyevgabek67@gmail.com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305074"/>
            <a:ext cx="7376287" cy="64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Social Media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059296"/>
            <a:ext cx="7376287" cy="53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@starc055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109903"/>
            <a:ext cx="7376287" cy="64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Call us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864124"/>
            <a:ext cx="7376287" cy="53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+998 93 110 26 81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DAF54gftK00</dc:identifier>
  <dcterms:modified xsi:type="dcterms:W3CDTF">2011-08-01T06:04:30Z</dcterms:modified>
  <cp:revision>1</cp:revision>
  <dc:title>Ne`matov Behruz.pptx</dc:title>
</cp:coreProperties>
</file>